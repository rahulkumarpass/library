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70" r:id="rId10"/>
    <p:sldId id="269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FFFDDB-B36B-4F69-8EB4-CA65E41BAE9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E1A77A-3E8C-435E-B035-3BBA76AD7411}">
      <dgm:prSet/>
      <dgm:spPr/>
      <dgm:t>
        <a:bodyPr/>
        <a:lstStyle/>
        <a:p>
          <a:r>
            <a:rPr lang="en-IN"/>
            <a:t>A Library Management System (LMS) is a website containing webpages that simplifies and automates the operations of libraries. </a:t>
          </a:r>
          <a:endParaRPr lang="en-US"/>
        </a:p>
      </dgm:t>
    </dgm:pt>
    <dgm:pt modelId="{6814D044-5A86-47DE-B0BC-4EACF7A212C6}" type="parTrans" cxnId="{66AC6619-95C4-4833-AA46-4E4C25D077A2}">
      <dgm:prSet/>
      <dgm:spPr/>
      <dgm:t>
        <a:bodyPr/>
        <a:lstStyle/>
        <a:p>
          <a:endParaRPr lang="en-US"/>
        </a:p>
      </dgm:t>
    </dgm:pt>
    <dgm:pt modelId="{638E2B15-B1A5-4F24-B0DE-717BC7B06547}" type="sibTrans" cxnId="{66AC6619-95C4-4833-AA46-4E4C25D077A2}">
      <dgm:prSet/>
      <dgm:spPr/>
      <dgm:t>
        <a:bodyPr/>
        <a:lstStyle/>
        <a:p>
          <a:endParaRPr lang="en-US"/>
        </a:p>
      </dgm:t>
    </dgm:pt>
    <dgm:pt modelId="{1C1BC346-1267-4366-83C5-38B6637BAC63}">
      <dgm:prSet/>
      <dgm:spPr/>
      <dgm:t>
        <a:bodyPr/>
        <a:lstStyle/>
        <a:p>
          <a:r>
            <a:rPr lang="en-IN"/>
            <a:t>It is a complete system for managing library duties such as student signup and login, employee signup and login and forget password features.</a:t>
          </a:r>
          <a:endParaRPr lang="en-US"/>
        </a:p>
      </dgm:t>
    </dgm:pt>
    <dgm:pt modelId="{B0895B94-3679-4138-8BC9-A317E6D9CAF5}" type="parTrans" cxnId="{C5205436-8235-4A3A-BBBF-94B836CA6566}">
      <dgm:prSet/>
      <dgm:spPr/>
      <dgm:t>
        <a:bodyPr/>
        <a:lstStyle/>
        <a:p>
          <a:endParaRPr lang="en-US"/>
        </a:p>
      </dgm:t>
    </dgm:pt>
    <dgm:pt modelId="{9692C7F1-1B29-4A30-B691-30288FA044D0}" type="sibTrans" cxnId="{C5205436-8235-4A3A-BBBF-94B836CA6566}">
      <dgm:prSet/>
      <dgm:spPr/>
      <dgm:t>
        <a:bodyPr/>
        <a:lstStyle/>
        <a:p>
          <a:endParaRPr lang="en-US"/>
        </a:p>
      </dgm:t>
    </dgm:pt>
    <dgm:pt modelId="{4D9AE6B9-3D99-4E0E-A74B-BDE9AAA51AE7}" type="pres">
      <dgm:prSet presAssocID="{F0FFFDDB-B36B-4F69-8EB4-CA65E41BAE91}" presName="outerComposite" presStyleCnt="0">
        <dgm:presLayoutVars>
          <dgm:chMax val="5"/>
          <dgm:dir/>
          <dgm:resizeHandles val="exact"/>
        </dgm:presLayoutVars>
      </dgm:prSet>
      <dgm:spPr/>
    </dgm:pt>
    <dgm:pt modelId="{1F3D3488-39D0-42E7-93BF-DD66E59B33DB}" type="pres">
      <dgm:prSet presAssocID="{F0FFFDDB-B36B-4F69-8EB4-CA65E41BAE91}" presName="dummyMaxCanvas" presStyleCnt="0">
        <dgm:presLayoutVars/>
      </dgm:prSet>
      <dgm:spPr/>
    </dgm:pt>
    <dgm:pt modelId="{DB99A7B7-68BE-4979-8AEA-B57C37EF63BE}" type="pres">
      <dgm:prSet presAssocID="{F0FFFDDB-B36B-4F69-8EB4-CA65E41BAE91}" presName="TwoNodes_1" presStyleLbl="node1" presStyleIdx="0" presStyleCnt="2">
        <dgm:presLayoutVars>
          <dgm:bulletEnabled val="1"/>
        </dgm:presLayoutVars>
      </dgm:prSet>
      <dgm:spPr/>
    </dgm:pt>
    <dgm:pt modelId="{080900FD-88B6-4AC6-9361-18A3998ACD3C}" type="pres">
      <dgm:prSet presAssocID="{F0FFFDDB-B36B-4F69-8EB4-CA65E41BAE91}" presName="TwoNodes_2" presStyleLbl="node1" presStyleIdx="1" presStyleCnt="2">
        <dgm:presLayoutVars>
          <dgm:bulletEnabled val="1"/>
        </dgm:presLayoutVars>
      </dgm:prSet>
      <dgm:spPr/>
    </dgm:pt>
    <dgm:pt modelId="{48B7749C-2569-443F-938C-FB682449410C}" type="pres">
      <dgm:prSet presAssocID="{F0FFFDDB-B36B-4F69-8EB4-CA65E41BAE91}" presName="TwoConn_1-2" presStyleLbl="fgAccFollowNode1" presStyleIdx="0" presStyleCnt="1">
        <dgm:presLayoutVars>
          <dgm:bulletEnabled val="1"/>
        </dgm:presLayoutVars>
      </dgm:prSet>
      <dgm:spPr/>
    </dgm:pt>
    <dgm:pt modelId="{E839F1F2-2352-4666-A178-75B5E66ACDE5}" type="pres">
      <dgm:prSet presAssocID="{F0FFFDDB-B36B-4F69-8EB4-CA65E41BAE91}" presName="TwoNodes_1_text" presStyleLbl="node1" presStyleIdx="1" presStyleCnt="2">
        <dgm:presLayoutVars>
          <dgm:bulletEnabled val="1"/>
        </dgm:presLayoutVars>
      </dgm:prSet>
      <dgm:spPr/>
    </dgm:pt>
    <dgm:pt modelId="{1EB44944-8EEF-4370-A359-3B325C92B54E}" type="pres">
      <dgm:prSet presAssocID="{F0FFFDDB-B36B-4F69-8EB4-CA65E41BAE91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66AC6619-95C4-4833-AA46-4E4C25D077A2}" srcId="{F0FFFDDB-B36B-4F69-8EB4-CA65E41BAE91}" destId="{9DE1A77A-3E8C-435E-B035-3BBA76AD7411}" srcOrd="0" destOrd="0" parTransId="{6814D044-5A86-47DE-B0BC-4EACF7A212C6}" sibTransId="{638E2B15-B1A5-4F24-B0DE-717BC7B06547}"/>
    <dgm:cxn modelId="{A1FB901E-1174-428B-819D-039746F682D4}" type="presOf" srcId="{F0FFFDDB-B36B-4F69-8EB4-CA65E41BAE91}" destId="{4D9AE6B9-3D99-4E0E-A74B-BDE9AAA51AE7}" srcOrd="0" destOrd="0" presId="urn:microsoft.com/office/officeart/2005/8/layout/vProcess5"/>
    <dgm:cxn modelId="{C5205436-8235-4A3A-BBBF-94B836CA6566}" srcId="{F0FFFDDB-B36B-4F69-8EB4-CA65E41BAE91}" destId="{1C1BC346-1267-4366-83C5-38B6637BAC63}" srcOrd="1" destOrd="0" parTransId="{B0895B94-3679-4138-8BC9-A317E6D9CAF5}" sibTransId="{9692C7F1-1B29-4A30-B691-30288FA044D0}"/>
    <dgm:cxn modelId="{AF381876-40D1-43D5-B7C4-9D8CBDA88370}" type="presOf" srcId="{638E2B15-B1A5-4F24-B0DE-717BC7B06547}" destId="{48B7749C-2569-443F-938C-FB682449410C}" srcOrd="0" destOrd="0" presId="urn:microsoft.com/office/officeart/2005/8/layout/vProcess5"/>
    <dgm:cxn modelId="{6BF1CE86-2EAA-4CEB-98C8-29B5F43767EE}" type="presOf" srcId="{9DE1A77A-3E8C-435E-B035-3BBA76AD7411}" destId="{DB99A7B7-68BE-4979-8AEA-B57C37EF63BE}" srcOrd="0" destOrd="0" presId="urn:microsoft.com/office/officeart/2005/8/layout/vProcess5"/>
    <dgm:cxn modelId="{3D722689-141D-48DE-84AE-0903FFA850C7}" type="presOf" srcId="{9DE1A77A-3E8C-435E-B035-3BBA76AD7411}" destId="{E839F1F2-2352-4666-A178-75B5E66ACDE5}" srcOrd="1" destOrd="0" presId="urn:microsoft.com/office/officeart/2005/8/layout/vProcess5"/>
    <dgm:cxn modelId="{82020D9D-84DE-4883-AE9A-77B956ABC8C3}" type="presOf" srcId="{1C1BC346-1267-4366-83C5-38B6637BAC63}" destId="{080900FD-88B6-4AC6-9361-18A3998ACD3C}" srcOrd="0" destOrd="0" presId="urn:microsoft.com/office/officeart/2005/8/layout/vProcess5"/>
    <dgm:cxn modelId="{27566AEE-AA19-4EF2-B39D-55D452190FF2}" type="presOf" srcId="{1C1BC346-1267-4366-83C5-38B6637BAC63}" destId="{1EB44944-8EEF-4370-A359-3B325C92B54E}" srcOrd="1" destOrd="0" presId="urn:microsoft.com/office/officeart/2005/8/layout/vProcess5"/>
    <dgm:cxn modelId="{E6A473D6-56D3-45B6-94DF-E1E3E392E326}" type="presParOf" srcId="{4D9AE6B9-3D99-4E0E-A74B-BDE9AAA51AE7}" destId="{1F3D3488-39D0-42E7-93BF-DD66E59B33DB}" srcOrd="0" destOrd="0" presId="urn:microsoft.com/office/officeart/2005/8/layout/vProcess5"/>
    <dgm:cxn modelId="{75E52715-4409-4E50-B796-D8C3259B14D0}" type="presParOf" srcId="{4D9AE6B9-3D99-4E0E-A74B-BDE9AAA51AE7}" destId="{DB99A7B7-68BE-4979-8AEA-B57C37EF63BE}" srcOrd="1" destOrd="0" presId="urn:microsoft.com/office/officeart/2005/8/layout/vProcess5"/>
    <dgm:cxn modelId="{B6E98612-1EA1-44FB-9515-78CE53667222}" type="presParOf" srcId="{4D9AE6B9-3D99-4E0E-A74B-BDE9AAA51AE7}" destId="{080900FD-88B6-4AC6-9361-18A3998ACD3C}" srcOrd="2" destOrd="0" presId="urn:microsoft.com/office/officeart/2005/8/layout/vProcess5"/>
    <dgm:cxn modelId="{6802BDFE-1414-4109-879D-7230ED4A763B}" type="presParOf" srcId="{4D9AE6B9-3D99-4E0E-A74B-BDE9AAA51AE7}" destId="{48B7749C-2569-443F-938C-FB682449410C}" srcOrd="3" destOrd="0" presId="urn:microsoft.com/office/officeart/2005/8/layout/vProcess5"/>
    <dgm:cxn modelId="{A25F106A-F53B-4AC0-856C-B177B6009ADF}" type="presParOf" srcId="{4D9AE6B9-3D99-4E0E-A74B-BDE9AAA51AE7}" destId="{E839F1F2-2352-4666-A178-75B5E66ACDE5}" srcOrd="4" destOrd="0" presId="urn:microsoft.com/office/officeart/2005/8/layout/vProcess5"/>
    <dgm:cxn modelId="{A5038896-E352-4C12-BFD2-6EEBE3C04187}" type="presParOf" srcId="{4D9AE6B9-3D99-4E0E-A74B-BDE9AAA51AE7}" destId="{1EB44944-8EEF-4370-A359-3B325C92B54E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D275EC-EA35-4543-B61E-400B86BC1E8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752030-F30B-4AE4-8AA8-BDC229230202}">
      <dgm:prSet/>
      <dgm:spPr/>
      <dgm:t>
        <a:bodyPr/>
        <a:lstStyle/>
        <a:p>
          <a:r>
            <a:rPr lang="en-US"/>
            <a:t>Develop features for managing user accounts, including creating databases for the students and teacher information , storing for the future reference.</a:t>
          </a:r>
        </a:p>
      </dgm:t>
    </dgm:pt>
    <dgm:pt modelId="{156AAE53-94C4-4FF7-B6EC-18D5BD4BF610}" type="parTrans" cxnId="{3CA65F86-FBAA-4DC6-9F71-737770FCEFA3}">
      <dgm:prSet/>
      <dgm:spPr/>
      <dgm:t>
        <a:bodyPr/>
        <a:lstStyle/>
        <a:p>
          <a:endParaRPr lang="en-US"/>
        </a:p>
      </dgm:t>
    </dgm:pt>
    <dgm:pt modelId="{512369DF-D0E6-4BDF-9625-11BD3BFBA3E3}" type="sibTrans" cxnId="{3CA65F86-FBAA-4DC6-9F71-737770FCEFA3}">
      <dgm:prSet/>
      <dgm:spPr/>
      <dgm:t>
        <a:bodyPr/>
        <a:lstStyle/>
        <a:p>
          <a:endParaRPr lang="en-US"/>
        </a:p>
      </dgm:t>
    </dgm:pt>
    <dgm:pt modelId="{AB808700-2C93-49B1-8985-C6390BA688D4}">
      <dgm:prSet/>
      <dgm:spPr/>
      <dgm:t>
        <a:bodyPr/>
        <a:lstStyle/>
        <a:p>
          <a:r>
            <a:rPr lang="en-IN"/>
            <a:t>The main objective of the Library Management System (LMS) project is to design and implement an efficient and user-friendly system that automates the various tasks associated with managing a library.</a:t>
          </a:r>
          <a:endParaRPr lang="en-US"/>
        </a:p>
      </dgm:t>
    </dgm:pt>
    <dgm:pt modelId="{77D3656F-C520-499D-87F8-825CD32BECDD}" type="parTrans" cxnId="{15FA8FF5-5B30-4353-B9FE-08B5FC7B659C}">
      <dgm:prSet/>
      <dgm:spPr/>
      <dgm:t>
        <a:bodyPr/>
        <a:lstStyle/>
        <a:p>
          <a:endParaRPr lang="en-US"/>
        </a:p>
      </dgm:t>
    </dgm:pt>
    <dgm:pt modelId="{FEDC718E-F13A-4454-AEC7-139EA65F7AF6}" type="sibTrans" cxnId="{15FA8FF5-5B30-4353-B9FE-08B5FC7B659C}">
      <dgm:prSet/>
      <dgm:spPr/>
      <dgm:t>
        <a:bodyPr/>
        <a:lstStyle/>
        <a:p>
          <a:endParaRPr lang="en-US"/>
        </a:p>
      </dgm:t>
    </dgm:pt>
    <dgm:pt modelId="{ECE84D20-F703-4AAE-AEAB-04FAAB15B997}" type="pres">
      <dgm:prSet presAssocID="{B4D275EC-EA35-4543-B61E-400B86BC1E88}" presName="root" presStyleCnt="0">
        <dgm:presLayoutVars>
          <dgm:dir/>
          <dgm:resizeHandles val="exact"/>
        </dgm:presLayoutVars>
      </dgm:prSet>
      <dgm:spPr/>
    </dgm:pt>
    <dgm:pt modelId="{F7B6D4EC-0676-4AB0-8CC2-75BA1513E22D}" type="pres">
      <dgm:prSet presAssocID="{9E752030-F30B-4AE4-8AA8-BDC229230202}" presName="compNode" presStyleCnt="0"/>
      <dgm:spPr/>
    </dgm:pt>
    <dgm:pt modelId="{9521A6CB-E6C8-4FBE-98EA-51C009D40BB5}" type="pres">
      <dgm:prSet presAssocID="{9E752030-F30B-4AE4-8AA8-BDC229230202}" presName="bgRect" presStyleLbl="bgShp" presStyleIdx="0" presStyleCnt="2"/>
      <dgm:spPr/>
    </dgm:pt>
    <dgm:pt modelId="{2A797E99-2B60-48FE-BE55-9E6477CA51D7}" type="pres">
      <dgm:prSet presAssocID="{9E752030-F30B-4AE4-8AA8-BDC22923020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358A822-7E1E-421E-A77F-CDF27A684104}" type="pres">
      <dgm:prSet presAssocID="{9E752030-F30B-4AE4-8AA8-BDC229230202}" presName="spaceRect" presStyleCnt="0"/>
      <dgm:spPr/>
    </dgm:pt>
    <dgm:pt modelId="{C6894CB8-75F1-4FE0-A396-FF3882AD632D}" type="pres">
      <dgm:prSet presAssocID="{9E752030-F30B-4AE4-8AA8-BDC229230202}" presName="parTx" presStyleLbl="revTx" presStyleIdx="0" presStyleCnt="2">
        <dgm:presLayoutVars>
          <dgm:chMax val="0"/>
          <dgm:chPref val="0"/>
        </dgm:presLayoutVars>
      </dgm:prSet>
      <dgm:spPr/>
    </dgm:pt>
    <dgm:pt modelId="{EDC6EE5A-0215-4CCD-8F8D-BD83DFAFDB55}" type="pres">
      <dgm:prSet presAssocID="{512369DF-D0E6-4BDF-9625-11BD3BFBA3E3}" presName="sibTrans" presStyleCnt="0"/>
      <dgm:spPr/>
    </dgm:pt>
    <dgm:pt modelId="{95AA4CA3-AE77-4D31-BD64-E130A9707D2D}" type="pres">
      <dgm:prSet presAssocID="{AB808700-2C93-49B1-8985-C6390BA688D4}" presName="compNode" presStyleCnt="0"/>
      <dgm:spPr/>
    </dgm:pt>
    <dgm:pt modelId="{07DD087E-7E5C-4238-A064-DCCADEA8269C}" type="pres">
      <dgm:prSet presAssocID="{AB808700-2C93-49B1-8985-C6390BA688D4}" presName="bgRect" presStyleLbl="bgShp" presStyleIdx="1" presStyleCnt="2"/>
      <dgm:spPr/>
    </dgm:pt>
    <dgm:pt modelId="{D64AA2AE-ADC2-4C52-96C7-8A80F7EA0446}" type="pres">
      <dgm:prSet presAssocID="{AB808700-2C93-49B1-8985-C6390BA688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17DFC16-21AF-4302-98AC-E1E12CCF5B1A}" type="pres">
      <dgm:prSet presAssocID="{AB808700-2C93-49B1-8985-C6390BA688D4}" presName="spaceRect" presStyleCnt="0"/>
      <dgm:spPr/>
    </dgm:pt>
    <dgm:pt modelId="{0D990DA3-2E0F-4416-9E22-7112DBD389CC}" type="pres">
      <dgm:prSet presAssocID="{AB808700-2C93-49B1-8985-C6390BA688D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45F6D37-6DE1-4294-B1F3-CBB537B653F7}" type="presOf" srcId="{9E752030-F30B-4AE4-8AA8-BDC229230202}" destId="{C6894CB8-75F1-4FE0-A396-FF3882AD632D}" srcOrd="0" destOrd="0" presId="urn:microsoft.com/office/officeart/2018/2/layout/IconVerticalSolidList"/>
    <dgm:cxn modelId="{407B473E-1400-4616-9106-7932214E299E}" type="presOf" srcId="{B4D275EC-EA35-4543-B61E-400B86BC1E88}" destId="{ECE84D20-F703-4AAE-AEAB-04FAAB15B997}" srcOrd="0" destOrd="0" presId="urn:microsoft.com/office/officeart/2018/2/layout/IconVerticalSolidList"/>
    <dgm:cxn modelId="{1A229654-8F5C-4DE4-A23F-12BE31BE62B8}" type="presOf" srcId="{AB808700-2C93-49B1-8985-C6390BA688D4}" destId="{0D990DA3-2E0F-4416-9E22-7112DBD389CC}" srcOrd="0" destOrd="0" presId="urn:microsoft.com/office/officeart/2018/2/layout/IconVerticalSolidList"/>
    <dgm:cxn modelId="{3CA65F86-FBAA-4DC6-9F71-737770FCEFA3}" srcId="{B4D275EC-EA35-4543-B61E-400B86BC1E88}" destId="{9E752030-F30B-4AE4-8AA8-BDC229230202}" srcOrd="0" destOrd="0" parTransId="{156AAE53-94C4-4FF7-B6EC-18D5BD4BF610}" sibTransId="{512369DF-D0E6-4BDF-9625-11BD3BFBA3E3}"/>
    <dgm:cxn modelId="{15FA8FF5-5B30-4353-B9FE-08B5FC7B659C}" srcId="{B4D275EC-EA35-4543-B61E-400B86BC1E88}" destId="{AB808700-2C93-49B1-8985-C6390BA688D4}" srcOrd="1" destOrd="0" parTransId="{77D3656F-C520-499D-87F8-825CD32BECDD}" sibTransId="{FEDC718E-F13A-4454-AEC7-139EA65F7AF6}"/>
    <dgm:cxn modelId="{6D677932-03F0-47BE-BACF-D4E332E3566F}" type="presParOf" srcId="{ECE84D20-F703-4AAE-AEAB-04FAAB15B997}" destId="{F7B6D4EC-0676-4AB0-8CC2-75BA1513E22D}" srcOrd="0" destOrd="0" presId="urn:microsoft.com/office/officeart/2018/2/layout/IconVerticalSolidList"/>
    <dgm:cxn modelId="{90377821-0E8D-49C3-A419-D48E4C564740}" type="presParOf" srcId="{F7B6D4EC-0676-4AB0-8CC2-75BA1513E22D}" destId="{9521A6CB-E6C8-4FBE-98EA-51C009D40BB5}" srcOrd="0" destOrd="0" presId="urn:microsoft.com/office/officeart/2018/2/layout/IconVerticalSolidList"/>
    <dgm:cxn modelId="{5970B61B-86D0-4A05-A3EF-EF87BE46698E}" type="presParOf" srcId="{F7B6D4EC-0676-4AB0-8CC2-75BA1513E22D}" destId="{2A797E99-2B60-48FE-BE55-9E6477CA51D7}" srcOrd="1" destOrd="0" presId="urn:microsoft.com/office/officeart/2018/2/layout/IconVerticalSolidList"/>
    <dgm:cxn modelId="{3437F857-8027-4138-AADA-C7DFF3120109}" type="presParOf" srcId="{F7B6D4EC-0676-4AB0-8CC2-75BA1513E22D}" destId="{A358A822-7E1E-421E-A77F-CDF27A684104}" srcOrd="2" destOrd="0" presId="urn:microsoft.com/office/officeart/2018/2/layout/IconVerticalSolidList"/>
    <dgm:cxn modelId="{B9FA0A1B-889C-4140-8183-682F44A87081}" type="presParOf" srcId="{F7B6D4EC-0676-4AB0-8CC2-75BA1513E22D}" destId="{C6894CB8-75F1-4FE0-A396-FF3882AD632D}" srcOrd="3" destOrd="0" presId="urn:microsoft.com/office/officeart/2018/2/layout/IconVerticalSolidList"/>
    <dgm:cxn modelId="{852673ED-2CB3-44DC-9F29-1AB9AE724B70}" type="presParOf" srcId="{ECE84D20-F703-4AAE-AEAB-04FAAB15B997}" destId="{EDC6EE5A-0215-4CCD-8F8D-BD83DFAFDB55}" srcOrd="1" destOrd="0" presId="urn:microsoft.com/office/officeart/2018/2/layout/IconVerticalSolidList"/>
    <dgm:cxn modelId="{361DE4BB-6D75-4E05-903C-49DF46B9F06F}" type="presParOf" srcId="{ECE84D20-F703-4AAE-AEAB-04FAAB15B997}" destId="{95AA4CA3-AE77-4D31-BD64-E130A9707D2D}" srcOrd="2" destOrd="0" presId="urn:microsoft.com/office/officeart/2018/2/layout/IconVerticalSolidList"/>
    <dgm:cxn modelId="{8CB88A60-8DA6-4AC9-9E14-54539ECDFCA9}" type="presParOf" srcId="{95AA4CA3-AE77-4D31-BD64-E130A9707D2D}" destId="{07DD087E-7E5C-4238-A064-DCCADEA8269C}" srcOrd="0" destOrd="0" presId="urn:microsoft.com/office/officeart/2018/2/layout/IconVerticalSolidList"/>
    <dgm:cxn modelId="{23223A64-C3F2-48E0-98CE-FEC56F255436}" type="presParOf" srcId="{95AA4CA3-AE77-4D31-BD64-E130A9707D2D}" destId="{D64AA2AE-ADC2-4C52-96C7-8A80F7EA0446}" srcOrd="1" destOrd="0" presId="urn:microsoft.com/office/officeart/2018/2/layout/IconVerticalSolidList"/>
    <dgm:cxn modelId="{CF731DA5-6D96-4218-8EB8-DB12A626177E}" type="presParOf" srcId="{95AA4CA3-AE77-4D31-BD64-E130A9707D2D}" destId="{317DFC16-21AF-4302-98AC-E1E12CCF5B1A}" srcOrd="2" destOrd="0" presId="urn:microsoft.com/office/officeart/2018/2/layout/IconVerticalSolidList"/>
    <dgm:cxn modelId="{FE4480CF-B945-4A17-BB6E-D84F911D8FB4}" type="presParOf" srcId="{95AA4CA3-AE77-4D31-BD64-E130A9707D2D}" destId="{0D990DA3-2E0F-4416-9E22-7112DBD389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EA21FC-AD63-4A88-911B-6605062428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E04A26-DCA1-496E-A499-AA147D14DB32}">
      <dgm:prSet/>
      <dgm:spPr/>
      <dgm:t>
        <a:bodyPr/>
        <a:lstStyle/>
        <a:p>
          <a:r>
            <a:rPr lang="en-IN" b="1"/>
            <a:t>Key Features:</a:t>
          </a:r>
          <a:endParaRPr lang="en-US"/>
        </a:p>
      </dgm:t>
    </dgm:pt>
    <dgm:pt modelId="{306D4716-B6DC-46C5-B00E-72BE2FACD276}" type="parTrans" cxnId="{200F13EE-CA77-4C3B-B0F7-5135E8117B88}">
      <dgm:prSet/>
      <dgm:spPr/>
      <dgm:t>
        <a:bodyPr/>
        <a:lstStyle/>
        <a:p>
          <a:endParaRPr lang="en-US"/>
        </a:p>
      </dgm:t>
    </dgm:pt>
    <dgm:pt modelId="{BCEFDAB1-88DE-484A-9376-93AC1F071AF2}" type="sibTrans" cxnId="{200F13EE-CA77-4C3B-B0F7-5135E8117B88}">
      <dgm:prSet/>
      <dgm:spPr/>
      <dgm:t>
        <a:bodyPr/>
        <a:lstStyle/>
        <a:p>
          <a:endParaRPr lang="en-US"/>
        </a:p>
      </dgm:t>
    </dgm:pt>
    <dgm:pt modelId="{B2EB3E08-EBF8-4088-8F2B-58CB02A68E77}">
      <dgm:prSet/>
      <dgm:spPr/>
      <dgm:t>
        <a:bodyPr/>
        <a:lstStyle/>
        <a:p>
          <a:r>
            <a:rPr lang="en-IN"/>
            <a:t>User Interface webpage.</a:t>
          </a:r>
          <a:endParaRPr lang="en-US"/>
        </a:p>
      </dgm:t>
    </dgm:pt>
    <dgm:pt modelId="{E2070EDA-8B12-46AE-9F32-A212E7D95332}" type="parTrans" cxnId="{B337E982-9162-44ED-88FD-F4A804F88C13}">
      <dgm:prSet/>
      <dgm:spPr/>
      <dgm:t>
        <a:bodyPr/>
        <a:lstStyle/>
        <a:p>
          <a:endParaRPr lang="en-US"/>
        </a:p>
      </dgm:t>
    </dgm:pt>
    <dgm:pt modelId="{DF38CCE4-0BCD-4CE8-95FF-811FFACF222F}" type="sibTrans" cxnId="{B337E982-9162-44ED-88FD-F4A804F88C13}">
      <dgm:prSet/>
      <dgm:spPr/>
      <dgm:t>
        <a:bodyPr/>
        <a:lstStyle/>
        <a:p>
          <a:endParaRPr lang="en-US"/>
        </a:p>
      </dgm:t>
    </dgm:pt>
    <dgm:pt modelId="{6AF9F85D-C30C-4FDB-A08F-D7207A3010BC}">
      <dgm:prSet/>
      <dgm:spPr/>
      <dgm:t>
        <a:bodyPr/>
        <a:lstStyle/>
        <a:p>
          <a:r>
            <a:rPr lang="en-IN"/>
            <a:t>Student login and signup webpage.</a:t>
          </a:r>
          <a:endParaRPr lang="en-US"/>
        </a:p>
      </dgm:t>
    </dgm:pt>
    <dgm:pt modelId="{3AFD6BEA-4DEE-479B-8EDA-B5B3B70E4830}" type="parTrans" cxnId="{177AB0A7-6900-4AEA-9722-0A934A0E31DD}">
      <dgm:prSet/>
      <dgm:spPr/>
      <dgm:t>
        <a:bodyPr/>
        <a:lstStyle/>
        <a:p>
          <a:endParaRPr lang="en-US"/>
        </a:p>
      </dgm:t>
    </dgm:pt>
    <dgm:pt modelId="{1EDF01E1-9576-4EFF-9B73-8D8CB02097C1}" type="sibTrans" cxnId="{177AB0A7-6900-4AEA-9722-0A934A0E31DD}">
      <dgm:prSet/>
      <dgm:spPr/>
      <dgm:t>
        <a:bodyPr/>
        <a:lstStyle/>
        <a:p>
          <a:endParaRPr lang="en-US"/>
        </a:p>
      </dgm:t>
    </dgm:pt>
    <dgm:pt modelId="{154CF040-B5DB-4BFE-B058-F51211D3C862}">
      <dgm:prSet/>
      <dgm:spPr/>
      <dgm:t>
        <a:bodyPr/>
        <a:lstStyle/>
        <a:p>
          <a:r>
            <a:rPr lang="en-IN"/>
            <a:t>Student forget password webpage.</a:t>
          </a:r>
          <a:endParaRPr lang="en-US"/>
        </a:p>
      </dgm:t>
    </dgm:pt>
    <dgm:pt modelId="{9CF740C5-722F-4F1C-8DA4-4CFCCEB3274C}" type="parTrans" cxnId="{C2DEECD8-392E-42DC-B038-9185E5498D79}">
      <dgm:prSet/>
      <dgm:spPr/>
      <dgm:t>
        <a:bodyPr/>
        <a:lstStyle/>
        <a:p>
          <a:endParaRPr lang="en-US"/>
        </a:p>
      </dgm:t>
    </dgm:pt>
    <dgm:pt modelId="{8C7E66B5-1F17-4185-84C4-DA883FF19516}" type="sibTrans" cxnId="{C2DEECD8-392E-42DC-B038-9185E5498D79}">
      <dgm:prSet/>
      <dgm:spPr/>
      <dgm:t>
        <a:bodyPr/>
        <a:lstStyle/>
        <a:p>
          <a:endParaRPr lang="en-US"/>
        </a:p>
      </dgm:t>
    </dgm:pt>
    <dgm:pt modelId="{855CAFA7-1E8B-40D2-B891-7A0AB595BFE8}">
      <dgm:prSet/>
      <dgm:spPr/>
      <dgm:t>
        <a:bodyPr/>
        <a:lstStyle/>
        <a:p>
          <a:r>
            <a:rPr lang="en-IN"/>
            <a:t>Employees login and signup webpage.</a:t>
          </a:r>
          <a:endParaRPr lang="en-US"/>
        </a:p>
      </dgm:t>
    </dgm:pt>
    <dgm:pt modelId="{F869885C-C308-4E0B-A19B-B82841CBDB99}" type="parTrans" cxnId="{D391838A-5035-4A77-BBD3-CC7A09A00B64}">
      <dgm:prSet/>
      <dgm:spPr/>
      <dgm:t>
        <a:bodyPr/>
        <a:lstStyle/>
        <a:p>
          <a:endParaRPr lang="en-US"/>
        </a:p>
      </dgm:t>
    </dgm:pt>
    <dgm:pt modelId="{DFB72B8C-96A8-4AD7-8E6F-FD04F490631B}" type="sibTrans" cxnId="{D391838A-5035-4A77-BBD3-CC7A09A00B64}">
      <dgm:prSet/>
      <dgm:spPr/>
      <dgm:t>
        <a:bodyPr/>
        <a:lstStyle/>
        <a:p>
          <a:endParaRPr lang="en-US"/>
        </a:p>
      </dgm:t>
    </dgm:pt>
    <dgm:pt modelId="{C82AB128-DFA6-4DEE-80C0-A5074E1E60DA}">
      <dgm:prSet/>
      <dgm:spPr/>
      <dgm:t>
        <a:bodyPr/>
        <a:lstStyle/>
        <a:p>
          <a:r>
            <a:rPr lang="en-IN"/>
            <a:t>Employees forget password webpage.</a:t>
          </a:r>
          <a:endParaRPr lang="en-US"/>
        </a:p>
      </dgm:t>
    </dgm:pt>
    <dgm:pt modelId="{F564F180-4045-48B4-A1E6-1B53CCD1D9F6}" type="parTrans" cxnId="{195DC041-177F-4128-A09C-D7B867D2A846}">
      <dgm:prSet/>
      <dgm:spPr/>
      <dgm:t>
        <a:bodyPr/>
        <a:lstStyle/>
        <a:p>
          <a:endParaRPr lang="en-US"/>
        </a:p>
      </dgm:t>
    </dgm:pt>
    <dgm:pt modelId="{7D8C49BC-EA46-427A-84D6-C58E99EE9E75}" type="sibTrans" cxnId="{195DC041-177F-4128-A09C-D7B867D2A846}">
      <dgm:prSet/>
      <dgm:spPr/>
      <dgm:t>
        <a:bodyPr/>
        <a:lstStyle/>
        <a:p>
          <a:endParaRPr lang="en-US"/>
        </a:p>
      </dgm:t>
    </dgm:pt>
    <dgm:pt modelId="{93ABA3F9-07C9-48E4-A5EF-9A8E7BCFD24E}" type="pres">
      <dgm:prSet presAssocID="{3BEA21FC-AD63-4A88-911B-660506242886}" presName="root" presStyleCnt="0">
        <dgm:presLayoutVars>
          <dgm:dir/>
          <dgm:resizeHandles val="exact"/>
        </dgm:presLayoutVars>
      </dgm:prSet>
      <dgm:spPr/>
    </dgm:pt>
    <dgm:pt modelId="{10CAC32E-8759-4003-870B-A603C9390B38}" type="pres">
      <dgm:prSet presAssocID="{9BE04A26-DCA1-496E-A499-AA147D14DB32}" presName="compNode" presStyleCnt="0"/>
      <dgm:spPr/>
    </dgm:pt>
    <dgm:pt modelId="{35C6090F-4296-4EE7-951C-043C1F2D2288}" type="pres">
      <dgm:prSet presAssocID="{9BE04A26-DCA1-496E-A499-AA147D14DB32}" presName="bgRect" presStyleLbl="bgShp" presStyleIdx="0" presStyleCnt="6"/>
      <dgm:spPr/>
    </dgm:pt>
    <dgm:pt modelId="{7F472EA3-525F-41C9-9247-D23DE8C0537B}" type="pres">
      <dgm:prSet presAssocID="{9BE04A26-DCA1-496E-A499-AA147D14DB3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0C4FDB8D-96A3-4996-BA75-64BAF97564AF}" type="pres">
      <dgm:prSet presAssocID="{9BE04A26-DCA1-496E-A499-AA147D14DB32}" presName="spaceRect" presStyleCnt="0"/>
      <dgm:spPr/>
    </dgm:pt>
    <dgm:pt modelId="{9EA2D4C5-AA73-4DCA-803C-39A4F93AC27F}" type="pres">
      <dgm:prSet presAssocID="{9BE04A26-DCA1-496E-A499-AA147D14DB32}" presName="parTx" presStyleLbl="revTx" presStyleIdx="0" presStyleCnt="6">
        <dgm:presLayoutVars>
          <dgm:chMax val="0"/>
          <dgm:chPref val="0"/>
        </dgm:presLayoutVars>
      </dgm:prSet>
      <dgm:spPr/>
    </dgm:pt>
    <dgm:pt modelId="{2726F5B0-19D6-4427-B755-B3FE25677C23}" type="pres">
      <dgm:prSet presAssocID="{BCEFDAB1-88DE-484A-9376-93AC1F071AF2}" presName="sibTrans" presStyleCnt="0"/>
      <dgm:spPr/>
    </dgm:pt>
    <dgm:pt modelId="{FE797BA8-3B07-4C48-9A8F-3FFB40B87579}" type="pres">
      <dgm:prSet presAssocID="{B2EB3E08-EBF8-4088-8F2B-58CB02A68E77}" presName="compNode" presStyleCnt="0"/>
      <dgm:spPr/>
    </dgm:pt>
    <dgm:pt modelId="{40B58195-C3B2-4405-A635-304908458161}" type="pres">
      <dgm:prSet presAssocID="{B2EB3E08-EBF8-4088-8F2B-58CB02A68E77}" presName="bgRect" presStyleLbl="bgShp" presStyleIdx="1" presStyleCnt="6"/>
      <dgm:spPr/>
    </dgm:pt>
    <dgm:pt modelId="{E1653714-366D-4CDA-A06A-6BD2D8AE52BD}" type="pres">
      <dgm:prSet presAssocID="{B2EB3E08-EBF8-4088-8F2B-58CB02A68E7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AC2490FE-4DA6-48C4-8B25-8DBAE1B7C810}" type="pres">
      <dgm:prSet presAssocID="{B2EB3E08-EBF8-4088-8F2B-58CB02A68E77}" presName="spaceRect" presStyleCnt="0"/>
      <dgm:spPr/>
    </dgm:pt>
    <dgm:pt modelId="{975BBDB0-EB0F-4A84-9819-AE39FD234527}" type="pres">
      <dgm:prSet presAssocID="{B2EB3E08-EBF8-4088-8F2B-58CB02A68E77}" presName="parTx" presStyleLbl="revTx" presStyleIdx="1" presStyleCnt="6">
        <dgm:presLayoutVars>
          <dgm:chMax val="0"/>
          <dgm:chPref val="0"/>
        </dgm:presLayoutVars>
      </dgm:prSet>
      <dgm:spPr/>
    </dgm:pt>
    <dgm:pt modelId="{4A5EA71A-1EB7-448B-9322-A6AF33086739}" type="pres">
      <dgm:prSet presAssocID="{DF38CCE4-0BCD-4CE8-95FF-811FFACF222F}" presName="sibTrans" presStyleCnt="0"/>
      <dgm:spPr/>
    </dgm:pt>
    <dgm:pt modelId="{A88D5A9D-BB73-4999-81D5-FB5646A641C3}" type="pres">
      <dgm:prSet presAssocID="{6AF9F85D-C30C-4FDB-A08F-D7207A3010BC}" presName="compNode" presStyleCnt="0"/>
      <dgm:spPr/>
    </dgm:pt>
    <dgm:pt modelId="{7F0779BF-661A-43B2-8515-102020B1B545}" type="pres">
      <dgm:prSet presAssocID="{6AF9F85D-C30C-4FDB-A08F-D7207A3010BC}" presName="bgRect" presStyleLbl="bgShp" presStyleIdx="2" presStyleCnt="6"/>
      <dgm:spPr/>
    </dgm:pt>
    <dgm:pt modelId="{F8D683FE-3910-4AE4-AA80-001303FD23B3}" type="pres">
      <dgm:prSet presAssocID="{6AF9F85D-C30C-4FDB-A08F-D7207A3010B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89252E8-8B2E-473E-92F2-D5BABE19A701}" type="pres">
      <dgm:prSet presAssocID="{6AF9F85D-C30C-4FDB-A08F-D7207A3010BC}" presName="spaceRect" presStyleCnt="0"/>
      <dgm:spPr/>
    </dgm:pt>
    <dgm:pt modelId="{5451F336-DB82-486D-A1A0-2B445A0AFEA5}" type="pres">
      <dgm:prSet presAssocID="{6AF9F85D-C30C-4FDB-A08F-D7207A3010BC}" presName="parTx" presStyleLbl="revTx" presStyleIdx="2" presStyleCnt="6">
        <dgm:presLayoutVars>
          <dgm:chMax val="0"/>
          <dgm:chPref val="0"/>
        </dgm:presLayoutVars>
      </dgm:prSet>
      <dgm:spPr/>
    </dgm:pt>
    <dgm:pt modelId="{4FB574FA-E4E3-4481-892E-DC507597A42B}" type="pres">
      <dgm:prSet presAssocID="{1EDF01E1-9576-4EFF-9B73-8D8CB02097C1}" presName="sibTrans" presStyleCnt="0"/>
      <dgm:spPr/>
    </dgm:pt>
    <dgm:pt modelId="{DFB58A39-C3E2-4047-A310-2EFD0864EEF2}" type="pres">
      <dgm:prSet presAssocID="{154CF040-B5DB-4BFE-B058-F51211D3C862}" presName="compNode" presStyleCnt="0"/>
      <dgm:spPr/>
    </dgm:pt>
    <dgm:pt modelId="{2EF33AE4-DF8B-40E7-B725-610B64E50B48}" type="pres">
      <dgm:prSet presAssocID="{154CF040-B5DB-4BFE-B058-F51211D3C862}" presName="bgRect" presStyleLbl="bgShp" presStyleIdx="3" presStyleCnt="6"/>
      <dgm:spPr/>
    </dgm:pt>
    <dgm:pt modelId="{8A79CD57-91FA-4AAC-A9B2-C071FFFC5624}" type="pres">
      <dgm:prSet presAssocID="{154CF040-B5DB-4BFE-B058-F51211D3C8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234ADB2B-BD72-4AAC-ADAC-86163D2ED086}" type="pres">
      <dgm:prSet presAssocID="{154CF040-B5DB-4BFE-B058-F51211D3C862}" presName="spaceRect" presStyleCnt="0"/>
      <dgm:spPr/>
    </dgm:pt>
    <dgm:pt modelId="{55381E35-F0FE-4EAA-A8F9-8D716C5FB95C}" type="pres">
      <dgm:prSet presAssocID="{154CF040-B5DB-4BFE-B058-F51211D3C862}" presName="parTx" presStyleLbl="revTx" presStyleIdx="3" presStyleCnt="6">
        <dgm:presLayoutVars>
          <dgm:chMax val="0"/>
          <dgm:chPref val="0"/>
        </dgm:presLayoutVars>
      </dgm:prSet>
      <dgm:spPr/>
    </dgm:pt>
    <dgm:pt modelId="{F8939587-706D-438C-8BF2-319FB29C52D1}" type="pres">
      <dgm:prSet presAssocID="{8C7E66B5-1F17-4185-84C4-DA883FF19516}" presName="sibTrans" presStyleCnt="0"/>
      <dgm:spPr/>
    </dgm:pt>
    <dgm:pt modelId="{68CB5F3D-990D-4B91-80E9-A71E2A900FFF}" type="pres">
      <dgm:prSet presAssocID="{855CAFA7-1E8B-40D2-B891-7A0AB595BFE8}" presName="compNode" presStyleCnt="0"/>
      <dgm:spPr/>
    </dgm:pt>
    <dgm:pt modelId="{D84C14C1-7DA5-431B-B7A7-4C38C4A40076}" type="pres">
      <dgm:prSet presAssocID="{855CAFA7-1E8B-40D2-B891-7A0AB595BFE8}" presName="bgRect" presStyleLbl="bgShp" presStyleIdx="4" presStyleCnt="6"/>
      <dgm:spPr/>
    </dgm:pt>
    <dgm:pt modelId="{512E87EE-348C-41A2-8A12-1CFD7C3D76C5}" type="pres">
      <dgm:prSet presAssocID="{855CAFA7-1E8B-40D2-B891-7A0AB595BFE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AB581D1-E6CB-49B6-9835-F3495B9DB3F5}" type="pres">
      <dgm:prSet presAssocID="{855CAFA7-1E8B-40D2-B891-7A0AB595BFE8}" presName="spaceRect" presStyleCnt="0"/>
      <dgm:spPr/>
    </dgm:pt>
    <dgm:pt modelId="{EB70AA9F-8724-44DD-98F2-27B05FD7F59A}" type="pres">
      <dgm:prSet presAssocID="{855CAFA7-1E8B-40D2-B891-7A0AB595BFE8}" presName="parTx" presStyleLbl="revTx" presStyleIdx="4" presStyleCnt="6">
        <dgm:presLayoutVars>
          <dgm:chMax val="0"/>
          <dgm:chPref val="0"/>
        </dgm:presLayoutVars>
      </dgm:prSet>
      <dgm:spPr/>
    </dgm:pt>
    <dgm:pt modelId="{99B84539-88EB-416C-9D99-3D131D219801}" type="pres">
      <dgm:prSet presAssocID="{DFB72B8C-96A8-4AD7-8E6F-FD04F490631B}" presName="sibTrans" presStyleCnt="0"/>
      <dgm:spPr/>
    </dgm:pt>
    <dgm:pt modelId="{535E1130-0752-4AFF-BE4D-98D949EDD90C}" type="pres">
      <dgm:prSet presAssocID="{C82AB128-DFA6-4DEE-80C0-A5074E1E60DA}" presName="compNode" presStyleCnt="0"/>
      <dgm:spPr/>
    </dgm:pt>
    <dgm:pt modelId="{61BDD507-F5B3-4E54-A4B7-57EA9CF3404E}" type="pres">
      <dgm:prSet presAssocID="{C82AB128-DFA6-4DEE-80C0-A5074E1E60DA}" presName="bgRect" presStyleLbl="bgShp" presStyleIdx="5" presStyleCnt="6"/>
      <dgm:spPr/>
    </dgm:pt>
    <dgm:pt modelId="{E03570AA-9308-4DD9-A267-79475CD3982C}" type="pres">
      <dgm:prSet presAssocID="{C82AB128-DFA6-4DEE-80C0-A5074E1E60DA}" presName="iconRect" presStyleLbl="node1" presStyleIdx="5" presStyleCnt="6"/>
      <dgm:spPr>
        <a:ln>
          <a:noFill/>
        </a:ln>
      </dgm:spPr>
    </dgm:pt>
    <dgm:pt modelId="{E21FAFA6-060B-4C36-9883-9ECFFA8DF283}" type="pres">
      <dgm:prSet presAssocID="{C82AB128-DFA6-4DEE-80C0-A5074E1E60DA}" presName="spaceRect" presStyleCnt="0"/>
      <dgm:spPr/>
    </dgm:pt>
    <dgm:pt modelId="{A600787E-11E4-43D1-90C7-A678334D2BDC}" type="pres">
      <dgm:prSet presAssocID="{C82AB128-DFA6-4DEE-80C0-A5074E1E60D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ED59D19-D251-4398-9484-17313059B1DA}" type="presOf" srcId="{6AF9F85D-C30C-4FDB-A08F-D7207A3010BC}" destId="{5451F336-DB82-486D-A1A0-2B445A0AFEA5}" srcOrd="0" destOrd="0" presId="urn:microsoft.com/office/officeart/2018/2/layout/IconVerticalSolidList"/>
    <dgm:cxn modelId="{3E8C7630-2304-4903-9E3C-9CF3D5F5D75D}" type="presOf" srcId="{B2EB3E08-EBF8-4088-8F2B-58CB02A68E77}" destId="{975BBDB0-EB0F-4A84-9819-AE39FD234527}" srcOrd="0" destOrd="0" presId="urn:microsoft.com/office/officeart/2018/2/layout/IconVerticalSolidList"/>
    <dgm:cxn modelId="{195DC041-177F-4128-A09C-D7B867D2A846}" srcId="{3BEA21FC-AD63-4A88-911B-660506242886}" destId="{C82AB128-DFA6-4DEE-80C0-A5074E1E60DA}" srcOrd="5" destOrd="0" parTransId="{F564F180-4045-48B4-A1E6-1B53CCD1D9F6}" sibTransId="{7D8C49BC-EA46-427A-84D6-C58E99EE9E75}"/>
    <dgm:cxn modelId="{6AA6BA6A-6E0A-49AE-9432-3C734AB38A6D}" type="presOf" srcId="{3BEA21FC-AD63-4A88-911B-660506242886}" destId="{93ABA3F9-07C9-48E4-A5EF-9A8E7BCFD24E}" srcOrd="0" destOrd="0" presId="urn:microsoft.com/office/officeart/2018/2/layout/IconVerticalSolidList"/>
    <dgm:cxn modelId="{E795EB51-F35B-42EE-B939-0E4619ECE708}" type="presOf" srcId="{9BE04A26-DCA1-496E-A499-AA147D14DB32}" destId="{9EA2D4C5-AA73-4DCA-803C-39A4F93AC27F}" srcOrd="0" destOrd="0" presId="urn:microsoft.com/office/officeart/2018/2/layout/IconVerticalSolidList"/>
    <dgm:cxn modelId="{B337E982-9162-44ED-88FD-F4A804F88C13}" srcId="{3BEA21FC-AD63-4A88-911B-660506242886}" destId="{B2EB3E08-EBF8-4088-8F2B-58CB02A68E77}" srcOrd="1" destOrd="0" parTransId="{E2070EDA-8B12-46AE-9F32-A212E7D95332}" sibTransId="{DF38CCE4-0BCD-4CE8-95FF-811FFACF222F}"/>
    <dgm:cxn modelId="{D391838A-5035-4A77-BBD3-CC7A09A00B64}" srcId="{3BEA21FC-AD63-4A88-911B-660506242886}" destId="{855CAFA7-1E8B-40D2-B891-7A0AB595BFE8}" srcOrd="4" destOrd="0" parTransId="{F869885C-C308-4E0B-A19B-B82841CBDB99}" sibTransId="{DFB72B8C-96A8-4AD7-8E6F-FD04F490631B}"/>
    <dgm:cxn modelId="{177AB0A7-6900-4AEA-9722-0A934A0E31DD}" srcId="{3BEA21FC-AD63-4A88-911B-660506242886}" destId="{6AF9F85D-C30C-4FDB-A08F-D7207A3010BC}" srcOrd="2" destOrd="0" parTransId="{3AFD6BEA-4DEE-479B-8EDA-B5B3B70E4830}" sibTransId="{1EDF01E1-9576-4EFF-9B73-8D8CB02097C1}"/>
    <dgm:cxn modelId="{AC9BBEB9-06A9-49C8-92EC-41ECB62D0873}" type="presOf" srcId="{C82AB128-DFA6-4DEE-80C0-A5074E1E60DA}" destId="{A600787E-11E4-43D1-90C7-A678334D2BDC}" srcOrd="0" destOrd="0" presId="urn:microsoft.com/office/officeart/2018/2/layout/IconVerticalSolidList"/>
    <dgm:cxn modelId="{F52087C3-6D27-471D-85F3-33B80025706C}" type="presOf" srcId="{154CF040-B5DB-4BFE-B058-F51211D3C862}" destId="{55381E35-F0FE-4EAA-A8F9-8D716C5FB95C}" srcOrd="0" destOrd="0" presId="urn:microsoft.com/office/officeart/2018/2/layout/IconVerticalSolidList"/>
    <dgm:cxn modelId="{C2DEECD8-392E-42DC-B038-9185E5498D79}" srcId="{3BEA21FC-AD63-4A88-911B-660506242886}" destId="{154CF040-B5DB-4BFE-B058-F51211D3C862}" srcOrd="3" destOrd="0" parTransId="{9CF740C5-722F-4F1C-8DA4-4CFCCEB3274C}" sibTransId="{8C7E66B5-1F17-4185-84C4-DA883FF19516}"/>
    <dgm:cxn modelId="{200F13EE-CA77-4C3B-B0F7-5135E8117B88}" srcId="{3BEA21FC-AD63-4A88-911B-660506242886}" destId="{9BE04A26-DCA1-496E-A499-AA147D14DB32}" srcOrd="0" destOrd="0" parTransId="{306D4716-B6DC-46C5-B00E-72BE2FACD276}" sibTransId="{BCEFDAB1-88DE-484A-9376-93AC1F071AF2}"/>
    <dgm:cxn modelId="{C255CDF1-FC68-4DD6-A340-5B361214C36E}" type="presOf" srcId="{855CAFA7-1E8B-40D2-B891-7A0AB595BFE8}" destId="{EB70AA9F-8724-44DD-98F2-27B05FD7F59A}" srcOrd="0" destOrd="0" presId="urn:microsoft.com/office/officeart/2018/2/layout/IconVerticalSolidList"/>
    <dgm:cxn modelId="{0EA0C300-FB39-4D0E-961B-1B17075B8CC6}" type="presParOf" srcId="{93ABA3F9-07C9-48E4-A5EF-9A8E7BCFD24E}" destId="{10CAC32E-8759-4003-870B-A603C9390B38}" srcOrd="0" destOrd="0" presId="urn:microsoft.com/office/officeart/2018/2/layout/IconVerticalSolidList"/>
    <dgm:cxn modelId="{3407A17B-0879-47D6-8F66-C2D1493FB24B}" type="presParOf" srcId="{10CAC32E-8759-4003-870B-A603C9390B38}" destId="{35C6090F-4296-4EE7-951C-043C1F2D2288}" srcOrd="0" destOrd="0" presId="urn:microsoft.com/office/officeart/2018/2/layout/IconVerticalSolidList"/>
    <dgm:cxn modelId="{7A3D2E7E-1567-4764-9485-4FB9CB975CA4}" type="presParOf" srcId="{10CAC32E-8759-4003-870B-A603C9390B38}" destId="{7F472EA3-525F-41C9-9247-D23DE8C0537B}" srcOrd="1" destOrd="0" presId="urn:microsoft.com/office/officeart/2018/2/layout/IconVerticalSolidList"/>
    <dgm:cxn modelId="{F35B3187-CD68-4326-B513-ABE98E550327}" type="presParOf" srcId="{10CAC32E-8759-4003-870B-A603C9390B38}" destId="{0C4FDB8D-96A3-4996-BA75-64BAF97564AF}" srcOrd="2" destOrd="0" presId="urn:microsoft.com/office/officeart/2018/2/layout/IconVerticalSolidList"/>
    <dgm:cxn modelId="{1885D5B9-F697-41C2-BEFB-898770C60DF0}" type="presParOf" srcId="{10CAC32E-8759-4003-870B-A603C9390B38}" destId="{9EA2D4C5-AA73-4DCA-803C-39A4F93AC27F}" srcOrd="3" destOrd="0" presId="urn:microsoft.com/office/officeart/2018/2/layout/IconVerticalSolidList"/>
    <dgm:cxn modelId="{A369A74A-71A9-4F48-BC9A-68CDBEBC04ED}" type="presParOf" srcId="{93ABA3F9-07C9-48E4-A5EF-9A8E7BCFD24E}" destId="{2726F5B0-19D6-4427-B755-B3FE25677C23}" srcOrd="1" destOrd="0" presId="urn:microsoft.com/office/officeart/2018/2/layout/IconVerticalSolidList"/>
    <dgm:cxn modelId="{D8C97B15-6878-445A-9AE4-506526F56A8B}" type="presParOf" srcId="{93ABA3F9-07C9-48E4-A5EF-9A8E7BCFD24E}" destId="{FE797BA8-3B07-4C48-9A8F-3FFB40B87579}" srcOrd="2" destOrd="0" presId="urn:microsoft.com/office/officeart/2018/2/layout/IconVerticalSolidList"/>
    <dgm:cxn modelId="{EA827E16-EE38-4A1A-89F3-F5387A62E3BD}" type="presParOf" srcId="{FE797BA8-3B07-4C48-9A8F-3FFB40B87579}" destId="{40B58195-C3B2-4405-A635-304908458161}" srcOrd="0" destOrd="0" presId="urn:microsoft.com/office/officeart/2018/2/layout/IconVerticalSolidList"/>
    <dgm:cxn modelId="{2D62965B-9B39-47C8-905E-FA15AF61312C}" type="presParOf" srcId="{FE797BA8-3B07-4C48-9A8F-3FFB40B87579}" destId="{E1653714-366D-4CDA-A06A-6BD2D8AE52BD}" srcOrd="1" destOrd="0" presId="urn:microsoft.com/office/officeart/2018/2/layout/IconVerticalSolidList"/>
    <dgm:cxn modelId="{E969B18A-8446-4C6B-8057-F9783D5A0089}" type="presParOf" srcId="{FE797BA8-3B07-4C48-9A8F-3FFB40B87579}" destId="{AC2490FE-4DA6-48C4-8B25-8DBAE1B7C810}" srcOrd="2" destOrd="0" presId="urn:microsoft.com/office/officeart/2018/2/layout/IconVerticalSolidList"/>
    <dgm:cxn modelId="{1319B495-FBE2-44CF-9411-0CEDF831A8F0}" type="presParOf" srcId="{FE797BA8-3B07-4C48-9A8F-3FFB40B87579}" destId="{975BBDB0-EB0F-4A84-9819-AE39FD234527}" srcOrd="3" destOrd="0" presId="urn:microsoft.com/office/officeart/2018/2/layout/IconVerticalSolidList"/>
    <dgm:cxn modelId="{8E9D643B-C61F-42F7-9E62-A9658F0C4B18}" type="presParOf" srcId="{93ABA3F9-07C9-48E4-A5EF-9A8E7BCFD24E}" destId="{4A5EA71A-1EB7-448B-9322-A6AF33086739}" srcOrd="3" destOrd="0" presId="urn:microsoft.com/office/officeart/2018/2/layout/IconVerticalSolidList"/>
    <dgm:cxn modelId="{F4C15908-A57B-4EDC-8DDA-D431D96691E7}" type="presParOf" srcId="{93ABA3F9-07C9-48E4-A5EF-9A8E7BCFD24E}" destId="{A88D5A9D-BB73-4999-81D5-FB5646A641C3}" srcOrd="4" destOrd="0" presId="urn:microsoft.com/office/officeart/2018/2/layout/IconVerticalSolidList"/>
    <dgm:cxn modelId="{C288CC51-6221-4425-8755-37D279131E86}" type="presParOf" srcId="{A88D5A9D-BB73-4999-81D5-FB5646A641C3}" destId="{7F0779BF-661A-43B2-8515-102020B1B545}" srcOrd="0" destOrd="0" presId="urn:microsoft.com/office/officeart/2018/2/layout/IconVerticalSolidList"/>
    <dgm:cxn modelId="{8C405DF7-7AC7-4A16-899D-781D5C2D5EC6}" type="presParOf" srcId="{A88D5A9D-BB73-4999-81D5-FB5646A641C3}" destId="{F8D683FE-3910-4AE4-AA80-001303FD23B3}" srcOrd="1" destOrd="0" presId="urn:microsoft.com/office/officeart/2018/2/layout/IconVerticalSolidList"/>
    <dgm:cxn modelId="{01E4B7A8-0F20-41A3-BE3A-F90F53727999}" type="presParOf" srcId="{A88D5A9D-BB73-4999-81D5-FB5646A641C3}" destId="{289252E8-8B2E-473E-92F2-D5BABE19A701}" srcOrd="2" destOrd="0" presId="urn:microsoft.com/office/officeart/2018/2/layout/IconVerticalSolidList"/>
    <dgm:cxn modelId="{A2ADFC93-B32F-462E-A359-10961FB96BC6}" type="presParOf" srcId="{A88D5A9D-BB73-4999-81D5-FB5646A641C3}" destId="{5451F336-DB82-486D-A1A0-2B445A0AFEA5}" srcOrd="3" destOrd="0" presId="urn:microsoft.com/office/officeart/2018/2/layout/IconVerticalSolidList"/>
    <dgm:cxn modelId="{12D5F330-3FD3-4972-9F2C-538C25A01BBD}" type="presParOf" srcId="{93ABA3F9-07C9-48E4-A5EF-9A8E7BCFD24E}" destId="{4FB574FA-E4E3-4481-892E-DC507597A42B}" srcOrd="5" destOrd="0" presId="urn:microsoft.com/office/officeart/2018/2/layout/IconVerticalSolidList"/>
    <dgm:cxn modelId="{62787E40-DCD7-4F5E-9976-453915896A7D}" type="presParOf" srcId="{93ABA3F9-07C9-48E4-A5EF-9A8E7BCFD24E}" destId="{DFB58A39-C3E2-4047-A310-2EFD0864EEF2}" srcOrd="6" destOrd="0" presId="urn:microsoft.com/office/officeart/2018/2/layout/IconVerticalSolidList"/>
    <dgm:cxn modelId="{D6A1F1AD-7CE6-49A2-A978-47905AFB04CD}" type="presParOf" srcId="{DFB58A39-C3E2-4047-A310-2EFD0864EEF2}" destId="{2EF33AE4-DF8B-40E7-B725-610B64E50B48}" srcOrd="0" destOrd="0" presId="urn:microsoft.com/office/officeart/2018/2/layout/IconVerticalSolidList"/>
    <dgm:cxn modelId="{FA48E06A-5A57-401D-B7F7-8B309E37EDDF}" type="presParOf" srcId="{DFB58A39-C3E2-4047-A310-2EFD0864EEF2}" destId="{8A79CD57-91FA-4AAC-A9B2-C071FFFC5624}" srcOrd="1" destOrd="0" presId="urn:microsoft.com/office/officeart/2018/2/layout/IconVerticalSolidList"/>
    <dgm:cxn modelId="{B2A7647A-D8F4-48E7-BC22-9EB7C7BEF8AA}" type="presParOf" srcId="{DFB58A39-C3E2-4047-A310-2EFD0864EEF2}" destId="{234ADB2B-BD72-4AAC-ADAC-86163D2ED086}" srcOrd="2" destOrd="0" presId="urn:microsoft.com/office/officeart/2018/2/layout/IconVerticalSolidList"/>
    <dgm:cxn modelId="{BF0E1D0B-FF16-49B5-A3B9-B1FC874AEA0A}" type="presParOf" srcId="{DFB58A39-C3E2-4047-A310-2EFD0864EEF2}" destId="{55381E35-F0FE-4EAA-A8F9-8D716C5FB95C}" srcOrd="3" destOrd="0" presId="urn:microsoft.com/office/officeart/2018/2/layout/IconVerticalSolidList"/>
    <dgm:cxn modelId="{98D4265A-4903-4F00-8BAE-EFCA2A6BCA48}" type="presParOf" srcId="{93ABA3F9-07C9-48E4-A5EF-9A8E7BCFD24E}" destId="{F8939587-706D-438C-8BF2-319FB29C52D1}" srcOrd="7" destOrd="0" presId="urn:microsoft.com/office/officeart/2018/2/layout/IconVerticalSolidList"/>
    <dgm:cxn modelId="{6A97E656-13D9-40B3-AB58-618C24F00EF3}" type="presParOf" srcId="{93ABA3F9-07C9-48E4-A5EF-9A8E7BCFD24E}" destId="{68CB5F3D-990D-4B91-80E9-A71E2A900FFF}" srcOrd="8" destOrd="0" presId="urn:microsoft.com/office/officeart/2018/2/layout/IconVerticalSolidList"/>
    <dgm:cxn modelId="{3E9BC89E-4D82-4CF3-913F-DCEFEBBED771}" type="presParOf" srcId="{68CB5F3D-990D-4B91-80E9-A71E2A900FFF}" destId="{D84C14C1-7DA5-431B-B7A7-4C38C4A40076}" srcOrd="0" destOrd="0" presId="urn:microsoft.com/office/officeart/2018/2/layout/IconVerticalSolidList"/>
    <dgm:cxn modelId="{AB2BD9EA-155E-4ED9-9020-7552F69E9331}" type="presParOf" srcId="{68CB5F3D-990D-4B91-80E9-A71E2A900FFF}" destId="{512E87EE-348C-41A2-8A12-1CFD7C3D76C5}" srcOrd="1" destOrd="0" presId="urn:microsoft.com/office/officeart/2018/2/layout/IconVerticalSolidList"/>
    <dgm:cxn modelId="{34BFDD47-F11A-49C5-85B1-DA6674539017}" type="presParOf" srcId="{68CB5F3D-990D-4B91-80E9-A71E2A900FFF}" destId="{CAB581D1-E6CB-49B6-9835-F3495B9DB3F5}" srcOrd="2" destOrd="0" presId="urn:microsoft.com/office/officeart/2018/2/layout/IconVerticalSolidList"/>
    <dgm:cxn modelId="{35A010E7-725C-4599-8B34-4C842F6C45F9}" type="presParOf" srcId="{68CB5F3D-990D-4B91-80E9-A71E2A900FFF}" destId="{EB70AA9F-8724-44DD-98F2-27B05FD7F59A}" srcOrd="3" destOrd="0" presId="urn:microsoft.com/office/officeart/2018/2/layout/IconVerticalSolidList"/>
    <dgm:cxn modelId="{E1B91C06-CBCA-422C-B429-2F38DFBFC050}" type="presParOf" srcId="{93ABA3F9-07C9-48E4-A5EF-9A8E7BCFD24E}" destId="{99B84539-88EB-416C-9D99-3D131D219801}" srcOrd="9" destOrd="0" presId="urn:microsoft.com/office/officeart/2018/2/layout/IconVerticalSolidList"/>
    <dgm:cxn modelId="{18944EB1-6EB2-458A-945A-73088B4E9D41}" type="presParOf" srcId="{93ABA3F9-07C9-48E4-A5EF-9A8E7BCFD24E}" destId="{535E1130-0752-4AFF-BE4D-98D949EDD90C}" srcOrd="10" destOrd="0" presId="urn:microsoft.com/office/officeart/2018/2/layout/IconVerticalSolidList"/>
    <dgm:cxn modelId="{6763E503-5B8A-4F45-BA33-2ABAFF11BD39}" type="presParOf" srcId="{535E1130-0752-4AFF-BE4D-98D949EDD90C}" destId="{61BDD507-F5B3-4E54-A4B7-57EA9CF3404E}" srcOrd="0" destOrd="0" presId="urn:microsoft.com/office/officeart/2018/2/layout/IconVerticalSolidList"/>
    <dgm:cxn modelId="{24D99773-92F0-4A32-979B-FACA8BDE3017}" type="presParOf" srcId="{535E1130-0752-4AFF-BE4D-98D949EDD90C}" destId="{E03570AA-9308-4DD9-A267-79475CD3982C}" srcOrd="1" destOrd="0" presId="urn:microsoft.com/office/officeart/2018/2/layout/IconVerticalSolidList"/>
    <dgm:cxn modelId="{DD3ADD41-4E1E-4967-A6B3-A9B068430EEB}" type="presParOf" srcId="{535E1130-0752-4AFF-BE4D-98D949EDD90C}" destId="{E21FAFA6-060B-4C36-9883-9ECFFA8DF283}" srcOrd="2" destOrd="0" presId="urn:microsoft.com/office/officeart/2018/2/layout/IconVerticalSolidList"/>
    <dgm:cxn modelId="{1CFF039A-4FE1-4A5A-BF20-D0A5ACEA739A}" type="presParOf" srcId="{535E1130-0752-4AFF-BE4D-98D949EDD90C}" destId="{A600787E-11E4-43D1-90C7-A678334D2B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9A7B7-68BE-4979-8AEA-B57C37EF63BE}">
      <dsp:nvSpPr>
        <dsp:cNvPr id="0" name=""/>
        <dsp:cNvSpPr/>
      </dsp:nvSpPr>
      <dsp:spPr>
        <a:xfrm>
          <a:off x="0" y="0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 Library Management System (LMS) is a website containing webpages that simplifies and automates the operations of libraries. </a:t>
          </a:r>
          <a:endParaRPr lang="en-US" sz="2400" kern="1200"/>
        </a:p>
      </dsp:txBody>
      <dsp:txXfrm>
        <a:off x="53952" y="53952"/>
        <a:ext cx="6271493" cy="1734162"/>
      </dsp:txXfrm>
    </dsp:sp>
    <dsp:sp modelId="{080900FD-88B6-4AC6-9361-18A3998ACD3C}">
      <dsp:nvSpPr>
        <dsp:cNvPr id="0" name=""/>
        <dsp:cNvSpPr/>
      </dsp:nvSpPr>
      <dsp:spPr>
        <a:xfrm>
          <a:off x="1442719" y="2251415"/>
          <a:ext cx="8175413" cy="18420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It is a complete system for managing library duties such as student signup and login, employee signup and login and forget password features.</a:t>
          </a:r>
          <a:endParaRPr lang="en-US" sz="2400" kern="1200"/>
        </a:p>
      </dsp:txBody>
      <dsp:txXfrm>
        <a:off x="1496671" y="2305367"/>
        <a:ext cx="5427445" cy="1734162"/>
      </dsp:txXfrm>
    </dsp:sp>
    <dsp:sp modelId="{48B7749C-2569-443F-938C-FB682449410C}">
      <dsp:nvSpPr>
        <dsp:cNvPr id="0" name=""/>
        <dsp:cNvSpPr/>
      </dsp:nvSpPr>
      <dsp:spPr>
        <a:xfrm>
          <a:off x="6978069" y="1448069"/>
          <a:ext cx="1197343" cy="11973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247471" y="1448069"/>
        <a:ext cx="658539" cy="9010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21A6CB-E6C8-4FBE-98EA-51C009D40BB5}">
      <dsp:nvSpPr>
        <dsp:cNvPr id="0" name=""/>
        <dsp:cNvSpPr/>
      </dsp:nvSpPr>
      <dsp:spPr>
        <a:xfrm>
          <a:off x="0" y="809181"/>
          <a:ext cx="6628804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97E99-2B60-48FE-BE55-9E6477CA51D7}">
      <dsp:nvSpPr>
        <dsp:cNvPr id="0" name=""/>
        <dsp:cNvSpPr/>
      </dsp:nvSpPr>
      <dsp:spPr>
        <a:xfrm>
          <a:off x="451896" y="1145303"/>
          <a:ext cx="821630" cy="8216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94CB8-75F1-4FE0-A396-FF3882AD632D}">
      <dsp:nvSpPr>
        <dsp:cNvPr id="0" name=""/>
        <dsp:cNvSpPr/>
      </dsp:nvSpPr>
      <dsp:spPr>
        <a:xfrm>
          <a:off x="1725424" y="809181"/>
          <a:ext cx="4903379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Develop features for managing user accounts, including creating databases for the students and teacher information , storing for the future reference.</a:t>
          </a:r>
        </a:p>
      </dsp:txBody>
      <dsp:txXfrm>
        <a:off x="1725424" y="809181"/>
        <a:ext cx="4903379" cy="1493874"/>
      </dsp:txXfrm>
    </dsp:sp>
    <dsp:sp modelId="{07DD087E-7E5C-4238-A064-DCCADEA8269C}">
      <dsp:nvSpPr>
        <dsp:cNvPr id="0" name=""/>
        <dsp:cNvSpPr/>
      </dsp:nvSpPr>
      <dsp:spPr>
        <a:xfrm>
          <a:off x="0" y="2676524"/>
          <a:ext cx="6628804" cy="149387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AA2AE-ADC2-4C52-96C7-8A80F7EA0446}">
      <dsp:nvSpPr>
        <dsp:cNvPr id="0" name=""/>
        <dsp:cNvSpPr/>
      </dsp:nvSpPr>
      <dsp:spPr>
        <a:xfrm>
          <a:off x="451896" y="3012646"/>
          <a:ext cx="821630" cy="8216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90DA3-2E0F-4416-9E22-7112DBD389CC}">
      <dsp:nvSpPr>
        <dsp:cNvPr id="0" name=""/>
        <dsp:cNvSpPr/>
      </dsp:nvSpPr>
      <dsp:spPr>
        <a:xfrm>
          <a:off x="1725424" y="2676524"/>
          <a:ext cx="4903379" cy="1493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102" tIns="158102" rIns="158102" bIns="15810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 main objective of the Library Management System (LMS) project is to design and implement an efficient and user-friendly system that automates the various tasks associated with managing a library.</a:t>
          </a:r>
          <a:endParaRPr lang="en-US" sz="1700" kern="1200"/>
        </a:p>
      </dsp:txBody>
      <dsp:txXfrm>
        <a:off x="1725424" y="2676524"/>
        <a:ext cx="4903379" cy="1493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6090F-4296-4EE7-951C-043C1F2D2288}">
      <dsp:nvSpPr>
        <dsp:cNvPr id="0" name=""/>
        <dsp:cNvSpPr/>
      </dsp:nvSpPr>
      <dsp:spPr>
        <a:xfrm>
          <a:off x="0" y="1610"/>
          <a:ext cx="6628804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472EA3-525F-41C9-9247-D23DE8C0537B}">
      <dsp:nvSpPr>
        <dsp:cNvPr id="0" name=""/>
        <dsp:cNvSpPr/>
      </dsp:nvSpPr>
      <dsp:spPr>
        <a:xfrm>
          <a:off x="207634" y="156049"/>
          <a:ext cx="377516" cy="3775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2D4C5-AA73-4DCA-803C-39A4F93AC27F}">
      <dsp:nvSpPr>
        <dsp:cNvPr id="0" name=""/>
        <dsp:cNvSpPr/>
      </dsp:nvSpPr>
      <dsp:spPr>
        <a:xfrm>
          <a:off x="792785" y="1610"/>
          <a:ext cx="5836018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Key Features:</a:t>
          </a:r>
          <a:endParaRPr lang="en-US" sz="1900" kern="1200"/>
        </a:p>
      </dsp:txBody>
      <dsp:txXfrm>
        <a:off x="792785" y="1610"/>
        <a:ext cx="5836018" cy="686394"/>
      </dsp:txXfrm>
    </dsp:sp>
    <dsp:sp modelId="{40B58195-C3B2-4405-A635-304908458161}">
      <dsp:nvSpPr>
        <dsp:cNvPr id="0" name=""/>
        <dsp:cNvSpPr/>
      </dsp:nvSpPr>
      <dsp:spPr>
        <a:xfrm>
          <a:off x="0" y="859603"/>
          <a:ext cx="6628804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653714-366D-4CDA-A06A-6BD2D8AE52BD}">
      <dsp:nvSpPr>
        <dsp:cNvPr id="0" name=""/>
        <dsp:cNvSpPr/>
      </dsp:nvSpPr>
      <dsp:spPr>
        <a:xfrm>
          <a:off x="207634" y="1014042"/>
          <a:ext cx="377516" cy="3775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BBDB0-EB0F-4A84-9819-AE39FD234527}">
      <dsp:nvSpPr>
        <dsp:cNvPr id="0" name=""/>
        <dsp:cNvSpPr/>
      </dsp:nvSpPr>
      <dsp:spPr>
        <a:xfrm>
          <a:off x="792785" y="859603"/>
          <a:ext cx="5836018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User Interface webpage.</a:t>
          </a:r>
          <a:endParaRPr lang="en-US" sz="1900" kern="1200"/>
        </a:p>
      </dsp:txBody>
      <dsp:txXfrm>
        <a:off x="792785" y="859603"/>
        <a:ext cx="5836018" cy="686394"/>
      </dsp:txXfrm>
    </dsp:sp>
    <dsp:sp modelId="{7F0779BF-661A-43B2-8515-102020B1B545}">
      <dsp:nvSpPr>
        <dsp:cNvPr id="0" name=""/>
        <dsp:cNvSpPr/>
      </dsp:nvSpPr>
      <dsp:spPr>
        <a:xfrm>
          <a:off x="0" y="1717596"/>
          <a:ext cx="6628804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683FE-3910-4AE4-AA80-001303FD23B3}">
      <dsp:nvSpPr>
        <dsp:cNvPr id="0" name=""/>
        <dsp:cNvSpPr/>
      </dsp:nvSpPr>
      <dsp:spPr>
        <a:xfrm>
          <a:off x="207634" y="1872035"/>
          <a:ext cx="377516" cy="3775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1F336-DB82-486D-A1A0-2B445A0AFEA5}">
      <dsp:nvSpPr>
        <dsp:cNvPr id="0" name=""/>
        <dsp:cNvSpPr/>
      </dsp:nvSpPr>
      <dsp:spPr>
        <a:xfrm>
          <a:off x="792785" y="1717596"/>
          <a:ext cx="5836018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Student login and signup webpage.</a:t>
          </a:r>
          <a:endParaRPr lang="en-US" sz="1900" kern="1200"/>
        </a:p>
      </dsp:txBody>
      <dsp:txXfrm>
        <a:off x="792785" y="1717596"/>
        <a:ext cx="5836018" cy="686394"/>
      </dsp:txXfrm>
    </dsp:sp>
    <dsp:sp modelId="{2EF33AE4-DF8B-40E7-B725-610B64E50B48}">
      <dsp:nvSpPr>
        <dsp:cNvPr id="0" name=""/>
        <dsp:cNvSpPr/>
      </dsp:nvSpPr>
      <dsp:spPr>
        <a:xfrm>
          <a:off x="0" y="2575589"/>
          <a:ext cx="6628804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79CD57-91FA-4AAC-A9B2-C071FFFC5624}">
      <dsp:nvSpPr>
        <dsp:cNvPr id="0" name=""/>
        <dsp:cNvSpPr/>
      </dsp:nvSpPr>
      <dsp:spPr>
        <a:xfrm>
          <a:off x="207634" y="2730028"/>
          <a:ext cx="377516" cy="3775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81E35-F0FE-4EAA-A8F9-8D716C5FB95C}">
      <dsp:nvSpPr>
        <dsp:cNvPr id="0" name=""/>
        <dsp:cNvSpPr/>
      </dsp:nvSpPr>
      <dsp:spPr>
        <a:xfrm>
          <a:off x="792785" y="2575589"/>
          <a:ext cx="5836018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Student forget password webpage.</a:t>
          </a:r>
          <a:endParaRPr lang="en-US" sz="1900" kern="1200"/>
        </a:p>
      </dsp:txBody>
      <dsp:txXfrm>
        <a:off x="792785" y="2575589"/>
        <a:ext cx="5836018" cy="686394"/>
      </dsp:txXfrm>
    </dsp:sp>
    <dsp:sp modelId="{D84C14C1-7DA5-431B-B7A7-4C38C4A40076}">
      <dsp:nvSpPr>
        <dsp:cNvPr id="0" name=""/>
        <dsp:cNvSpPr/>
      </dsp:nvSpPr>
      <dsp:spPr>
        <a:xfrm>
          <a:off x="0" y="3433582"/>
          <a:ext cx="6628804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E87EE-348C-41A2-8A12-1CFD7C3D76C5}">
      <dsp:nvSpPr>
        <dsp:cNvPr id="0" name=""/>
        <dsp:cNvSpPr/>
      </dsp:nvSpPr>
      <dsp:spPr>
        <a:xfrm>
          <a:off x="207634" y="3588021"/>
          <a:ext cx="377516" cy="3775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0AA9F-8724-44DD-98F2-27B05FD7F59A}">
      <dsp:nvSpPr>
        <dsp:cNvPr id="0" name=""/>
        <dsp:cNvSpPr/>
      </dsp:nvSpPr>
      <dsp:spPr>
        <a:xfrm>
          <a:off x="792785" y="3433582"/>
          <a:ext cx="5836018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Employees login and signup webpage.</a:t>
          </a:r>
          <a:endParaRPr lang="en-US" sz="1900" kern="1200"/>
        </a:p>
      </dsp:txBody>
      <dsp:txXfrm>
        <a:off x="792785" y="3433582"/>
        <a:ext cx="5836018" cy="686394"/>
      </dsp:txXfrm>
    </dsp:sp>
    <dsp:sp modelId="{61BDD507-F5B3-4E54-A4B7-57EA9CF3404E}">
      <dsp:nvSpPr>
        <dsp:cNvPr id="0" name=""/>
        <dsp:cNvSpPr/>
      </dsp:nvSpPr>
      <dsp:spPr>
        <a:xfrm>
          <a:off x="0" y="4291575"/>
          <a:ext cx="6628804" cy="68639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570AA-9308-4DD9-A267-79475CD3982C}">
      <dsp:nvSpPr>
        <dsp:cNvPr id="0" name=""/>
        <dsp:cNvSpPr/>
      </dsp:nvSpPr>
      <dsp:spPr>
        <a:xfrm>
          <a:off x="207634" y="4446014"/>
          <a:ext cx="377516" cy="3775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0787E-11E4-43D1-90C7-A678334D2BDC}">
      <dsp:nvSpPr>
        <dsp:cNvPr id="0" name=""/>
        <dsp:cNvSpPr/>
      </dsp:nvSpPr>
      <dsp:spPr>
        <a:xfrm>
          <a:off x="792785" y="4291575"/>
          <a:ext cx="5836018" cy="6863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643" tIns="72643" rIns="72643" bIns="7264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Employees forget password webpage.</a:t>
          </a:r>
          <a:endParaRPr lang="en-US" sz="1900" kern="1200"/>
        </a:p>
      </dsp:txBody>
      <dsp:txXfrm>
        <a:off x="792785" y="4291575"/>
        <a:ext cx="5836018" cy="686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947BD-ED98-4573-BB39-D1E10EAFE4AE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A8B2A-177D-49EC-B2E0-17C30C64B8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487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534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80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121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0236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76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22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57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81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77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7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3467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27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2218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7705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565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47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F46E2-9A2B-4E76-B7FF-F1E251BF197F}" type="datetimeFigureOut">
              <a:rPr lang="en-IN" smtClean="0"/>
              <a:t>24-10-2024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ED2CC09-7537-4CFF-B8C1-8462FA7FDA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407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E87A5-EF64-AD28-78F1-6A05C8810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337" y="1265314"/>
            <a:ext cx="4299666" cy="3249131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System.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 descr="Person writing on a notepad">
            <a:extLst>
              <a:ext uri="{FF2B5EF4-FFF2-40B4-BE49-F238E27FC236}">
                <a16:creationId xmlns:a16="http://schemas.microsoft.com/office/drawing/2014/main" id="{2E991B8D-9ABC-59F5-D84C-128050B737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10" r="13346"/>
          <a:stretch/>
        </p:blipFill>
        <p:spPr>
          <a:xfrm>
            <a:off x="1243792" y="1265315"/>
            <a:ext cx="3410504" cy="433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93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A1B7E33-EAF0-3C33-14E4-31DC5C7827F5}"/>
              </a:ext>
            </a:extLst>
          </p:cNvPr>
          <p:cNvSpPr txBox="1"/>
          <p:nvPr/>
        </p:nvSpPr>
        <p:spPr>
          <a:xfrm>
            <a:off x="5536734" y="609600"/>
            <a:ext cx="37372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INDEX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853083-F8D3-62AE-E1F3-56E11A61DC1C}"/>
              </a:ext>
            </a:extLst>
          </p:cNvPr>
          <p:cNvSpPr txBox="1"/>
          <p:nvPr/>
        </p:nvSpPr>
        <p:spPr>
          <a:xfrm>
            <a:off x="5209563" y="2160589"/>
            <a:ext cx="406443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indent="-5143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Introduction</a:t>
            </a:r>
          </a:p>
          <a:p>
            <a:pPr marL="514350" indent="-5143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Objectives</a:t>
            </a:r>
          </a:p>
          <a:p>
            <a:pPr marL="514350" indent="-5143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 Features</a:t>
            </a:r>
          </a:p>
          <a:p>
            <a:pPr marL="514350" indent="-5143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Flow Chart</a:t>
            </a:r>
          </a:p>
          <a:p>
            <a:pPr marL="514350" indent="-5143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Features</a:t>
            </a:r>
          </a:p>
          <a:p>
            <a:pPr marL="514350" indent="-5143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Screen Shots</a:t>
            </a:r>
          </a:p>
          <a:p>
            <a:pPr marL="514350" indent="-51435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 descr="A digital stock market graph">
            <a:extLst>
              <a:ext uri="{FF2B5EF4-FFF2-40B4-BE49-F238E27FC236}">
                <a16:creationId xmlns:a16="http://schemas.microsoft.com/office/drawing/2014/main" id="{7CB4890C-9943-F887-12FE-9D23599C7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90" r="8117" b="-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44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E1EE4-47D2-578F-0522-8C4688CD0853}"/>
              </a:ext>
            </a:extLst>
          </p:cNvPr>
          <p:cNvSpPr txBox="1"/>
          <p:nvPr/>
        </p:nvSpPr>
        <p:spPr>
          <a:xfrm>
            <a:off x="1286933" y="609600"/>
            <a:ext cx="10197494" cy="1099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F0C88C7-3F95-90A8-8D3F-E579AB94C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6013871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552179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C55FDF-130B-DFFD-DD59-35DB2B671FCF}"/>
              </a:ext>
            </a:extLst>
          </p:cNvPr>
          <p:cNvSpPr/>
          <p:nvPr/>
        </p:nvSpPr>
        <p:spPr>
          <a:xfrm>
            <a:off x="652481" y="1382486"/>
            <a:ext cx="3547581" cy="40930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ln w="0"/>
                <a:solidFill>
                  <a:schemeClr val="accent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OBJECTIVE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32C1DFB9-005F-1278-8357-03CECDEA9C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1831692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68469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920209C-E85B-4D6F-A56F-724F5ADA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125522E-1DFD-4F78-912B-B922A2D39D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DA72C10-FE9D-49B3-80CB-A7EE8BCB3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6E7DF470-1055-45E4-AB9D-11E42EC53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6AA35CFF-3837-4B7F-B875-718AC2E14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62F41804-A347-47E3-8BD8-BD00CF2F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76894B81-EE9C-4546-BCFA-DD9ED2C0AD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3AF181D1-71AC-43D8-A6E1-D4C488D5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4132D661-917C-4D2D-8E37-8590B55D9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969643D-8B71-434D-A235-68CB241F9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DF15C24A-4BCF-47C0-B2FA-76A0EF338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8AB8D6D0-344F-5DDA-9FE4-89C66DAC75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22199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771275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887C38E-183E-8A9C-A9BF-5266844F3082}"/>
              </a:ext>
            </a:extLst>
          </p:cNvPr>
          <p:cNvSpPr/>
          <p:nvPr/>
        </p:nvSpPr>
        <p:spPr>
          <a:xfrm>
            <a:off x="798653" y="1956121"/>
            <a:ext cx="2048719" cy="740779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User Sign up</a:t>
            </a:r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1818C88-E264-0529-A38D-B21C0F9FA30E}"/>
              </a:ext>
            </a:extLst>
          </p:cNvPr>
          <p:cNvSpPr/>
          <p:nvPr/>
        </p:nvSpPr>
        <p:spPr>
          <a:xfrm>
            <a:off x="3102015" y="2210765"/>
            <a:ext cx="752355" cy="312516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4C676A-E422-9655-DD91-7509A77D0FB1}"/>
              </a:ext>
            </a:extLst>
          </p:cNvPr>
          <p:cNvSpPr/>
          <p:nvPr/>
        </p:nvSpPr>
        <p:spPr>
          <a:xfrm>
            <a:off x="4224758" y="2095018"/>
            <a:ext cx="1871241" cy="601882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 Page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AF64F5-5092-589C-C2DD-4A13A46C58E6}"/>
              </a:ext>
            </a:extLst>
          </p:cNvPr>
          <p:cNvSpPr/>
          <p:nvPr/>
        </p:nvSpPr>
        <p:spPr>
          <a:xfrm>
            <a:off x="798653" y="4548851"/>
            <a:ext cx="1759351" cy="972273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Employee Sign Up</a:t>
            </a:r>
            <a:endParaRPr lang="en-IN" b="1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CC3CA49-6639-E536-5E37-EBE41A3313D4}"/>
              </a:ext>
            </a:extLst>
          </p:cNvPr>
          <p:cNvSpPr/>
          <p:nvPr/>
        </p:nvSpPr>
        <p:spPr>
          <a:xfrm>
            <a:off x="3102015" y="4939496"/>
            <a:ext cx="983848" cy="312516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54FC25-2C5E-31B1-919E-08358C0A5064}"/>
              </a:ext>
            </a:extLst>
          </p:cNvPr>
          <p:cNvSpPr/>
          <p:nvPr/>
        </p:nvSpPr>
        <p:spPr>
          <a:xfrm>
            <a:off x="4456253" y="4670385"/>
            <a:ext cx="1871240" cy="850739"/>
          </a:xfrm>
          <a:prstGeom prst="ellipse">
            <a:avLst/>
          </a:prstGeom>
          <a:solidFill>
            <a:schemeClr val="accent3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Login Page</a:t>
            </a:r>
            <a:endParaRPr lang="en-IN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BEED63-7C88-F04D-2ED3-FF564E493044}"/>
              </a:ext>
            </a:extLst>
          </p:cNvPr>
          <p:cNvSpPr/>
          <p:nvPr/>
        </p:nvSpPr>
        <p:spPr>
          <a:xfrm>
            <a:off x="7546693" y="2858948"/>
            <a:ext cx="2257063" cy="127321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Database</a:t>
            </a:r>
            <a:endParaRPr lang="en-IN" sz="3600" b="1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1CB1475E-98DB-5406-DEFA-B884C767DCE6}"/>
              </a:ext>
            </a:extLst>
          </p:cNvPr>
          <p:cNvCxnSpPr/>
          <p:nvPr/>
        </p:nvCxnSpPr>
        <p:spPr>
          <a:xfrm>
            <a:off x="6393081" y="2523281"/>
            <a:ext cx="1080304" cy="86810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9E3A340-9FCC-5267-6191-12968595AF53}"/>
              </a:ext>
            </a:extLst>
          </p:cNvPr>
          <p:cNvCxnSpPr/>
          <p:nvPr/>
        </p:nvCxnSpPr>
        <p:spPr>
          <a:xfrm flipV="1">
            <a:off x="6157729" y="3724156"/>
            <a:ext cx="1551008" cy="128768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56FB66B-C47B-8AAF-3828-79556B353591}"/>
              </a:ext>
            </a:extLst>
          </p:cNvPr>
          <p:cNvSpPr/>
          <p:nvPr/>
        </p:nvSpPr>
        <p:spPr>
          <a:xfrm>
            <a:off x="2465407" y="3209082"/>
            <a:ext cx="2257063" cy="95201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Forget Password </a:t>
            </a:r>
            <a:endParaRPr lang="en-IN" sz="24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A17EAF-68C1-6864-74A3-DC25BF251262}"/>
              </a:ext>
            </a:extLst>
          </p:cNvPr>
          <p:cNvCxnSpPr/>
          <p:nvPr/>
        </p:nvCxnSpPr>
        <p:spPr>
          <a:xfrm>
            <a:off x="2199190" y="2957332"/>
            <a:ext cx="486137" cy="251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2AE5CD-B744-433B-0416-9B0B7A301F02}"/>
              </a:ext>
            </a:extLst>
          </p:cNvPr>
          <p:cNvCxnSpPr/>
          <p:nvPr/>
        </p:nvCxnSpPr>
        <p:spPr>
          <a:xfrm flipV="1">
            <a:off x="4456253" y="2858948"/>
            <a:ext cx="266217" cy="350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712EDC-7975-EFFC-5A18-4D395E598717}"/>
              </a:ext>
            </a:extLst>
          </p:cNvPr>
          <p:cNvCxnSpPr/>
          <p:nvPr/>
        </p:nvCxnSpPr>
        <p:spPr>
          <a:xfrm flipV="1">
            <a:off x="2199190" y="4161101"/>
            <a:ext cx="486137" cy="387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CB08876-518C-12BF-6FE3-0F37A6452773}"/>
              </a:ext>
            </a:extLst>
          </p:cNvPr>
          <p:cNvCxnSpPr/>
          <p:nvPr/>
        </p:nvCxnSpPr>
        <p:spPr>
          <a:xfrm>
            <a:off x="4589361" y="4161101"/>
            <a:ext cx="422477" cy="50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87E9DB-87C8-D647-63EC-0D04330D9C32}"/>
              </a:ext>
            </a:extLst>
          </p:cNvPr>
          <p:cNvSpPr/>
          <p:nvPr/>
        </p:nvSpPr>
        <p:spPr>
          <a:xfrm>
            <a:off x="3952614" y="431985"/>
            <a:ext cx="2205115" cy="791349"/>
          </a:xfrm>
          <a:prstGeom prst="roundRect">
            <a:avLst/>
          </a:prstGeom>
          <a:ln>
            <a:solidFill>
              <a:schemeClr val="bg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FLOWCHART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392179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A5A64F-0F64-D66D-51DE-B96A49005AE1}"/>
              </a:ext>
            </a:extLst>
          </p:cNvPr>
          <p:cNvSpPr txBox="1"/>
          <p:nvPr/>
        </p:nvSpPr>
        <p:spPr>
          <a:xfrm>
            <a:off x="439838" y="486136"/>
            <a:ext cx="8970380" cy="5656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0000"/>
                </a:solidFill>
              </a:rPr>
              <a:t>Project Features</a:t>
            </a:r>
          </a:p>
          <a:p>
            <a:endParaRPr lang="en-US" sz="2400"/>
          </a:p>
          <a:p>
            <a:r>
              <a:rPr lang="en-IN" sz="2400" b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Users:</a:t>
            </a:r>
            <a:r>
              <a:rPr lang="en-IN" sz="2400" b="1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2400" b="1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will have following features for a user:</a:t>
            </a:r>
          </a:p>
          <a:p>
            <a:pPr>
              <a:lnSpc>
                <a:spcPts val="930"/>
              </a:lnSpc>
            </a:pPr>
            <a:r>
              <a:rPr lang="en-IN" sz="24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2400" b="1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sz="2400" b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 User Registration:</a:t>
            </a:r>
            <a:r>
              <a:rPr lang="en-IN" sz="24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2400" b="1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558800" algn="just">
              <a:lnSpc>
                <a:spcPct val="94000"/>
              </a:lnSpc>
            </a:pPr>
            <a:r>
              <a:rPr lang="en-IN" sz="2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feature allows new users to sign up for the system by providing the necessary details.</a:t>
            </a:r>
          </a:p>
          <a:p>
            <a:pPr>
              <a:lnSpc>
                <a:spcPts val="955"/>
              </a:lnSpc>
            </a:pPr>
            <a:r>
              <a:rPr lang="en-IN" sz="24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2400" b="1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sz="2400" b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Student/Employee Login:</a:t>
            </a:r>
            <a:r>
              <a:rPr lang="en-IN" sz="24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2400" b="1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R="114300" algn="just">
              <a:lnSpc>
                <a:spcPct val="94000"/>
              </a:lnSpc>
            </a:pPr>
            <a:r>
              <a:rPr lang="en-IN" sz="2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feature will provide the authenticated access for registered users to login the system and enters the details respectively.</a:t>
            </a:r>
          </a:p>
          <a:p>
            <a:pPr>
              <a:lnSpc>
                <a:spcPts val="935"/>
              </a:lnSpc>
            </a:pPr>
            <a:r>
              <a:rPr lang="en-IN" sz="24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2400" b="1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sz="2400" b="1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Student/Employee Forget Password:</a:t>
            </a:r>
            <a:r>
              <a:rPr lang="en-IN" sz="2400" b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sz="2400" b="1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4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feature will provide the authentication for the access of forget password webpage if the user find difficulty in remembering the password.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81256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0D9636-B128-E4D8-63A3-847F1224DEED}"/>
              </a:ext>
            </a:extLst>
          </p:cNvPr>
          <p:cNvSpPr txBox="1"/>
          <p:nvPr/>
        </p:nvSpPr>
        <p:spPr>
          <a:xfrm>
            <a:off x="985969" y="4473227"/>
            <a:ext cx="8288032" cy="1096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Home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10F31E-0F53-A994-85D0-290D7FECF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95" b="11733"/>
          <a:stretch/>
        </p:blipFill>
        <p:spPr>
          <a:xfrm>
            <a:off x="985968" y="609600"/>
            <a:ext cx="8288033" cy="3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81074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317CF-5E2E-6E47-5951-55C843221AC2}"/>
              </a:ext>
            </a:extLst>
          </p:cNvPr>
          <p:cNvSpPr txBox="1"/>
          <p:nvPr/>
        </p:nvSpPr>
        <p:spPr>
          <a:xfrm>
            <a:off x="1781665" y="329938"/>
            <a:ext cx="73057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Student Login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729E0-5069-634C-D16C-4E2747BB2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51" y="1008667"/>
            <a:ext cx="9343009" cy="559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75221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4386B64-6F5F-D81E-AD4A-4F3FBCEF5A50}"/>
              </a:ext>
            </a:extLst>
          </p:cNvPr>
          <p:cNvSpPr txBox="1"/>
          <p:nvPr/>
        </p:nvSpPr>
        <p:spPr>
          <a:xfrm>
            <a:off x="985969" y="4473227"/>
            <a:ext cx="8288032" cy="1096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Student Sign-up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D4C57-BBCD-AA4A-7A14-1CAAC1027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5" b="12104"/>
          <a:stretch/>
        </p:blipFill>
        <p:spPr>
          <a:xfrm>
            <a:off x="985968" y="609600"/>
            <a:ext cx="8288033" cy="3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4863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96723-3A80-7183-70B8-B67D3555D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53" y="980701"/>
            <a:ext cx="9259214" cy="55285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C6300-6F35-CB72-33CE-EF0D16874B5B}"/>
              </a:ext>
            </a:extLst>
          </p:cNvPr>
          <p:cNvSpPr txBox="1"/>
          <p:nvPr/>
        </p:nvSpPr>
        <p:spPr>
          <a:xfrm>
            <a:off x="2762054" y="395926"/>
            <a:ext cx="3846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Employee Login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74567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8C9B83F-64CD-41C1-925F-A08801F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655065-0BD7-4422-BEC0-4401E9980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DD90AC-ABEC-4A76-9C9C-AD0A5F8FC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21A8AFEF-EC50-4C0B-9C64-814B76C82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>
              <a:extLst>
                <a:ext uri="{FF2B5EF4-FFF2-40B4-BE49-F238E27FC236}">
                  <a16:creationId xmlns:a16="http://schemas.microsoft.com/office/drawing/2014/main" id="{CAFAA800-E117-4357-84E4-56B63EA03E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8DDFC9F4-3B45-402D-8AD7-60B3F08ED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F26A0854-FBE4-4587-B349-06BE192BD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>
              <a:extLst>
                <a:ext uri="{FF2B5EF4-FFF2-40B4-BE49-F238E27FC236}">
                  <a16:creationId xmlns:a16="http://schemas.microsoft.com/office/drawing/2014/main" id="{54A9C4C6-FF7D-470E-BFCA-CE4F60A1F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>
              <a:extLst>
                <a:ext uri="{FF2B5EF4-FFF2-40B4-BE49-F238E27FC236}">
                  <a16:creationId xmlns:a16="http://schemas.microsoft.com/office/drawing/2014/main" id="{B1721EA8-4871-45D4-B78F-AE805A300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E5763971-E3A3-45C6-9BA8-2E032C7A5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32752E94-0E01-4AF5-A43A-F2FAD8737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611F248-E936-E954-EB1E-3B52F2094AE7}"/>
              </a:ext>
            </a:extLst>
          </p:cNvPr>
          <p:cNvSpPr txBox="1"/>
          <p:nvPr/>
        </p:nvSpPr>
        <p:spPr>
          <a:xfrm>
            <a:off x="985969" y="4473227"/>
            <a:ext cx="8288032" cy="1096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Employee Sign-up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4C13C-F876-B8C8-A5D1-34B5B68B8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 b="17197"/>
          <a:stretch/>
        </p:blipFill>
        <p:spPr>
          <a:xfrm>
            <a:off x="985968" y="609600"/>
            <a:ext cx="8288033" cy="363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01640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2FB010-6BB5-DE90-B929-857933C55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69" y="1422858"/>
            <a:ext cx="8883192" cy="49967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C5EBA8-9106-889C-25CC-BA601054A527}"/>
              </a:ext>
            </a:extLst>
          </p:cNvPr>
          <p:cNvSpPr txBox="1"/>
          <p:nvPr/>
        </p:nvSpPr>
        <p:spPr>
          <a:xfrm>
            <a:off x="1828800" y="405353"/>
            <a:ext cx="4779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Forget Password</a:t>
            </a:r>
            <a:endParaRPr lang="en-IN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26407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E7ECFA6-AE67-D256-4E18-9559EC500874}"/>
              </a:ext>
            </a:extLst>
          </p:cNvPr>
          <p:cNvSpPr txBox="1"/>
          <p:nvPr/>
        </p:nvSpPr>
        <p:spPr>
          <a:xfrm>
            <a:off x="5536734" y="609600"/>
            <a:ext cx="37372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D23E1-2C81-6037-82F1-CB3EBF5267AF}"/>
              </a:ext>
            </a:extLst>
          </p:cNvPr>
          <p:cNvSpPr txBox="1"/>
          <p:nvPr/>
        </p:nvSpPr>
        <p:spPr>
          <a:xfrm>
            <a:off x="5209563" y="2160589"/>
            <a:ext cx="406443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Library management system needs to be Computerized to reduce human errors and to increase the efficiency. The proposed Library management system in this proposal will be a computerized management system developed to maintain all the daily work of library. Library management systems are designed to store all the information about the books and members.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focus of this project is to lesson human effort and encourage efficient record keeping.</a:t>
            </a:r>
          </a:p>
        </p:txBody>
      </p:sp>
      <p:pic>
        <p:nvPicPr>
          <p:cNvPr id="45" name="Picture 44" descr="A top view of books with different cover colours">
            <a:extLst>
              <a:ext uri="{FF2B5EF4-FFF2-40B4-BE49-F238E27FC236}">
                <a16:creationId xmlns:a16="http://schemas.microsoft.com/office/drawing/2014/main" id="{EFAAC42E-2532-AB76-1342-DDD2C0B07A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13" r="14921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874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8460BD8-AE3F-4AC9-9D0B-717052AA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420CFE-F482-466E-9E1E-C78513C0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331032B-BD21-4BDA-920C-12E358052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23">
              <a:extLst>
                <a:ext uri="{FF2B5EF4-FFF2-40B4-BE49-F238E27FC236}">
                  <a16:creationId xmlns:a16="http://schemas.microsoft.com/office/drawing/2014/main" id="{E7514DA3-59E7-409E-8A3B-AD097F6E5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57B9A2A6-3BE4-4599-9364-F71C5BFD6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4FD744C6-4ED8-4BC9-BF68-6BDF701C5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Rectangle 27">
              <a:extLst>
                <a:ext uri="{FF2B5EF4-FFF2-40B4-BE49-F238E27FC236}">
                  <a16:creationId xmlns:a16="http://schemas.microsoft.com/office/drawing/2014/main" id="{092C5BAD-C911-4F8F-A1C5-470268BE6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Rectangle 28">
              <a:extLst>
                <a:ext uri="{FF2B5EF4-FFF2-40B4-BE49-F238E27FC236}">
                  <a16:creationId xmlns:a16="http://schemas.microsoft.com/office/drawing/2014/main" id="{B133D0C8-4EC4-424F-8E70-0482D5B1B6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Rectangle 29">
              <a:extLst>
                <a:ext uri="{FF2B5EF4-FFF2-40B4-BE49-F238E27FC236}">
                  <a16:creationId xmlns:a16="http://schemas.microsoft.com/office/drawing/2014/main" id="{7B1532A0-F4B3-4DE8-B18F-740CAAD25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8EFDD162-BBBA-4062-8BBF-53DBA10913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DCFC9E65-3E19-4483-B952-25D29683CA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6316835-FD1D-DA35-20EF-46D6F07E39E3}"/>
              </a:ext>
            </a:extLst>
          </p:cNvPr>
          <p:cNvSpPr txBox="1"/>
          <p:nvPr/>
        </p:nvSpPr>
        <p:spPr>
          <a:xfrm>
            <a:off x="1507067" y="2404534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5400" i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26395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867D5-E442-49F8-B6A3-6F53B0EB6640}">
  <we:reference id="f12c312d-282a-4734-8843-05915fdfef0b" version="4.3.3.0" store="EXCatalog" storeType="EXCatalog"/>
  <we:alternateReferences>
    <we:reference id="WA104178141" version="4.3.3.0" store="en-IN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184</TotalTime>
  <Words>346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 3</vt:lpstr>
      <vt:lpstr>Facet</vt:lpstr>
      <vt:lpstr>Library Management System.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Akashdeep Kumar</dc:creator>
  <cp:lastModifiedBy>RAHUL KUMAR</cp:lastModifiedBy>
  <cp:revision>38</cp:revision>
  <dcterms:created xsi:type="dcterms:W3CDTF">2024-10-22T06:31:48Z</dcterms:created>
  <dcterms:modified xsi:type="dcterms:W3CDTF">2024-10-24T04:29:44Z</dcterms:modified>
</cp:coreProperties>
</file>